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560"/>
  </p:normalViewPr>
  <p:slideViewPr>
    <p:cSldViewPr snapToGrid="0">
      <p:cViewPr varScale="1">
        <p:scale>
          <a:sx n="102" d="100"/>
          <a:sy n="102" d="100"/>
        </p:scale>
        <p:origin x="95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3DA9-E962-4670-597E-4C9CD6E412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A4FBF-5D81-57BE-89DE-B6FA9BF84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1C1BF3-77AA-DB2E-1DF0-59825E936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3CE1A2-B778-3FDB-D880-08BE937EC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08238-AAA3-EB3D-2030-44EF2A3799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421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E67AC-4F97-8FBD-F886-632779C39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DEEFE-F85E-366F-23C8-D0A0CF0DE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5F2CC-507C-6795-51B2-16D83691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B82C6-AB76-B50D-7079-FDBED2613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78F90-9858-319E-2D9B-7BED7DF75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895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A475C-D161-EE28-37F5-01CB65945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58EAF-9EA6-FAC9-DA83-5EE92332D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6AD692-8F1E-78AF-D6FB-97D1B99B1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D4BDEE-322C-86FB-1990-5B383501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36F1F5-8E08-10FB-70B6-3E0EE445B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771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AB37A-3FC4-9E76-E7FD-2835B53B9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7647AC-F0F5-A131-8418-3C843D871C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D75A3F-F688-26A1-0A51-DE674F9FD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98B083-258B-212A-DEA0-7D0C49DAF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592C50-0793-6A57-870E-22B7BD618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D6423-EEDD-EBD2-1637-86B04459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06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B1BA5-617B-7CDB-72DD-34B6798B3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C80CCF-7651-8CCF-9517-5870109B82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4BCFD4-2E93-06B8-C482-0D21CC1EBE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60270-A358-7E87-C238-0769FE0FB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E7A0AE-4CFF-347C-E881-82620BD145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B7C6E51-FCC1-52F4-C78F-B887C1FA3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576F17-2F94-52B2-6671-B20FA66AC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1D5A75-636E-B0D0-E178-8EAFE094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23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EFB98-7E1E-0B36-4C0F-D927C13AD6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F3EE1B-ED62-BEF9-34E2-222A596BD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F261D6-18DB-9A91-C126-DD2F5E2E4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059ADF-81AA-2B42-2EBB-820240321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1066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1D2292-CA5F-4083-1A9A-EB2B58E19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12B3B1-82D6-97E3-D949-FFB7FA90F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19118-D5E2-7F99-490E-D0B7E1DF8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309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426D8-8282-46D6-DCD3-C429D7806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A29B8B-7B37-8054-3412-78ED6298B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3CB76E-5538-EFF5-3840-3F95921DE9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69B70-8065-08A4-BEA2-BEB45F66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69013F-2801-2160-2F4C-465578780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81CEC8-65E3-3969-42AC-F0ED6B13F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936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61C37-17AA-33E3-0390-EA606A3581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43312D-93EC-9C8A-CE05-8F6E26D5B7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453B4D-6A39-F2C2-0AC5-90587FC973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2A5798-F966-6273-EF24-8C2072EB6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A438AC-0EF4-6EFF-7122-AA7AF380C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B676E-8BCB-855E-469D-77726A670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73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9BF2D-DC52-AB82-D456-A9F766998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75B52E-7C17-9742-93F2-6FBCC7C9A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82469-B56D-D697-74FA-E8852CA9F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3B3DD-0851-EDC4-7258-094C58713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7433DF-7287-31EC-DC3D-5EF75C9DE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82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312A4E-DB63-F42E-FEFE-81BF1DF70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5DC2C-31FB-BE5D-E312-3459A2BF67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695E30-A15F-0592-C0C0-D84705897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656B-61F3-0BFE-4769-187DCA8F8D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7752-34F9-D1E1-FF95-25144EC8A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838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CA833E-D2CB-6565-D916-D9A794C0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EA88AD-984A-6993-4F53-7E5A42031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2DD2F-4490-A570-F314-42C5AE24F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723D25-A2BC-274F-A813-3B06A34CD740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75424-8CF4-072B-CAE3-58BD172728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590F5-3CB3-DFF2-DE46-0A76F551A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E5FEBB-C89D-0C42-8AB8-154526A1F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47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5040E-2D3D-6833-C463-92F39872340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PythonDS-12 Dictionary </a:t>
            </a:r>
            <a:r>
              <a:rPr lang="en-US"/>
              <a:t>Data Structure and its Methods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0E0D38-6295-EB40-A50D-CED5DB05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Dr. Naveen Kumar</a:t>
            </a:r>
          </a:p>
          <a:p>
            <a:r>
              <a:rPr lang="en-US" dirty="0"/>
              <a:t>Associate Professor</a:t>
            </a:r>
          </a:p>
          <a:p>
            <a:r>
              <a:rPr lang="en-US" dirty="0"/>
              <a:t>Amity Institute of Information Technology</a:t>
            </a:r>
          </a:p>
          <a:p>
            <a:r>
              <a:rPr lang="en-US" dirty="0"/>
              <a:t>Amity University Patna</a:t>
            </a:r>
          </a:p>
        </p:txBody>
      </p:sp>
    </p:spTree>
    <p:extLst>
      <p:ext uri="{BB962C8B-B14F-4D97-AF65-F5344CB8AC3E}">
        <p14:creationId xmlns:p14="http://schemas.microsoft.com/office/powerpoint/2010/main" val="381946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2327</TotalTime>
  <Words>21</Words>
  <Application>Microsoft Macintosh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PythonDS-12 Dictionary Data Structure and its Methods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NAVEEN KUMAR</dc:creator>
  <cp:lastModifiedBy>NAVEEN KUMAR</cp:lastModifiedBy>
  <cp:revision>121</cp:revision>
  <dcterms:created xsi:type="dcterms:W3CDTF">2026-01-15T04:12:31Z</dcterms:created>
  <dcterms:modified xsi:type="dcterms:W3CDTF">2026-02-12T11:47:17Z</dcterms:modified>
</cp:coreProperties>
</file>