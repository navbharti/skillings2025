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Tree and N-</a:t>
            </a:r>
            <a:r>
              <a:rPr lang="en-US" dirty="0" err="1"/>
              <a:t>ary</a:t>
            </a:r>
            <a:r>
              <a:rPr lang="en-US"/>
              <a:t> Tree Data </a:t>
            </a:r>
            <a:r>
              <a:rPr lang="en-US" dirty="0"/>
              <a:t>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21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Binary Tree and N-ary Tree Data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79</cp:revision>
  <dcterms:created xsi:type="dcterms:W3CDTF">2026-01-15T04:12:31Z</dcterms:created>
  <dcterms:modified xsi:type="dcterms:W3CDTF">2026-01-21T05:25:08Z</dcterms:modified>
</cp:coreProperties>
</file>