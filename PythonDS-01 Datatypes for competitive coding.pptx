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B539-DD8D-C0EE-E12F-74A9D193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Source Sans 3"/>
              </a:rPr>
              <a:t>Python Input Methods for Competitive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95214-6FE7-FA0C-90FB-E77F355F0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1. Normal Method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2. Faster Method Using stdin and </a:t>
            </a: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stdout</a:t>
            </a:r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3. Taking User Input in Separate Variables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4. Taking User Inputs as a List of Integers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5. Taking String Input Efficiently</a:t>
            </a:r>
          </a:p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19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5AF0-4643-7E21-606F-9AC89BC3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1. Normal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352B4-BC6C-DC4A-69B8-E5DEE79C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</a:t>
            </a:r>
            <a:r>
              <a:rPr lang="en-IN" b="0" dirty="0">
                <a:effectLst/>
                <a:latin typeface="Nunito" pitchFamily="2" charset="77"/>
              </a:rPr>
              <a:t> This code takes n as the number of inputs, then reads n integers, sums them up and prints the result.</a:t>
            </a:r>
          </a:p>
          <a:p>
            <a:endParaRPr lang="en-US" dirty="0"/>
          </a:p>
          <a:p>
            <a:r>
              <a:rPr lang="en-US" dirty="0"/>
              <a:t>n = int(input())</a:t>
            </a:r>
          </a:p>
          <a:p>
            <a:r>
              <a:rPr lang="en-US" dirty="0" err="1"/>
              <a:t>arr</a:t>
            </a:r>
            <a:r>
              <a:rPr lang="en-US" dirty="0"/>
              <a:t> = [int(x) for x in input().split()]</a:t>
            </a:r>
          </a:p>
          <a:p>
            <a:r>
              <a:rPr lang="en-US" dirty="0"/>
              <a:t>summation = 0</a:t>
            </a:r>
          </a:p>
          <a:p>
            <a:r>
              <a:rPr lang="en-US" dirty="0"/>
              <a:t>for x in </a:t>
            </a:r>
            <a:r>
              <a:rPr lang="en-US" dirty="0" err="1"/>
              <a:t>arr</a:t>
            </a:r>
            <a:r>
              <a:rPr lang="en-US" dirty="0"/>
              <a:t>:</a:t>
            </a:r>
          </a:p>
          <a:p>
            <a:r>
              <a:rPr lang="en-US" dirty="0"/>
              <a:t>    summation += x</a:t>
            </a:r>
          </a:p>
          <a:p>
            <a:r>
              <a:rPr lang="en-US" dirty="0"/>
              <a:t>print(summation)</a:t>
            </a:r>
          </a:p>
        </p:txBody>
      </p:sp>
    </p:spTree>
    <p:extLst>
      <p:ext uri="{BB962C8B-B14F-4D97-AF65-F5344CB8AC3E}">
        <p14:creationId xmlns:p14="http://schemas.microsoft.com/office/powerpoint/2010/main" val="162591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5CE8-0852-847E-EC1D-34D0EEF0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2. Faster Method Using stdin and </a:t>
            </a: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stdout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DF3D-EAB4-67A0-2601-3AFAA79C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</a:t>
            </a:r>
            <a:r>
              <a:rPr lang="en-IN" b="0" dirty="0">
                <a:effectLst/>
                <a:latin typeface="Nunito" pitchFamily="2" charset="77"/>
              </a:rPr>
              <a:t> This program reads input using </a:t>
            </a:r>
            <a:r>
              <a:rPr lang="en-IN" b="0" dirty="0" err="1">
                <a:effectLst/>
                <a:latin typeface="Nunito" pitchFamily="2" charset="77"/>
              </a:rPr>
              <a:t>stdin.readline</a:t>
            </a:r>
            <a:r>
              <a:rPr lang="en-IN" b="0" dirty="0">
                <a:effectLst/>
                <a:latin typeface="Nunito" pitchFamily="2" charset="77"/>
              </a:rPr>
              <a:t>(), computes the sum of numbers and prints it using </a:t>
            </a:r>
            <a:r>
              <a:rPr lang="en-IN" b="0" dirty="0" err="1">
                <a:effectLst/>
                <a:latin typeface="Nunito" pitchFamily="2" charset="77"/>
              </a:rPr>
              <a:t>stdout.write</a:t>
            </a:r>
            <a:r>
              <a:rPr lang="en-IN" b="0" dirty="0">
                <a:effectLst/>
                <a:latin typeface="Nunito" pitchFamily="2" charset="77"/>
              </a:rPr>
              <a:t>().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US" dirty="0"/>
              <a:t>from sys import stdin, </a:t>
            </a:r>
            <a:r>
              <a:rPr lang="en-US" dirty="0" err="1"/>
              <a:t>stdout</a:t>
            </a:r>
            <a:r>
              <a:rPr lang="en-US" dirty="0"/>
              <a:t> </a:t>
            </a:r>
          </a:p>
          <a:p>
            <a:r>
              <a:rPr lang="en-US" dirty="0"/>
              <a:t>def main():</a:t>
            </a:r>
          </a:p>
          <a:p>
            <a:r>
              <a:rPr lang="en-US" dirty="0"/>
              <a:t>    n = int(</a:t>
            </a:r>
            <a:r>
              <a:rPr lang="en-US" dirty="0" err="1"/>
              <a:t>stdin.readline</a:t>
            </a:r>
            <a:r>
              <a:rPr lang="en-US" dirty="0"/>
              <a:t>())</a:t>
            </a:r>
          </a:p>
          <a:p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 = [int(x) for x in </a:t>
            </a:r>
            <a:r>
              <a:rPr lang="en-US" dirty="0" err="1"/>
              <a:t>stdin.readline</a:t>
            </a:r>
            <a:r>
              <a:rPr lang="en-US" dirty="0"/>
              <a:t>().split()]</a:t>
            </a:r>
          </a:p>
          <a:p>
            <a:r>
              <a:rPr lang="en-US" dirty="0"/>
              <a:t>    summation = sum(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stdout.write</a:t>
            </a:r>
            <a:r>
              <a:rPr lang="en-US" dirty="0"/>
              <a:t>(str(summation))</a:t>
            </a:r>
          </a:p>
          <a:p>
            <a:endParaRPr lang="en-US" dirty="0"/>
          </a:p>
          <a:p>
            <a:r>
              <a:rPr lang="en-US" dirty="0"/>
              <a:t>if __name__ == "__main__":</a:t>
            </a:r>
          </a:p>
          <a:p>
            <a:r>
              <a:rPr lang="en-US" dirty="0"/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1689095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2942-669F-EA1E-F3D8-A0D6E2F6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3. Taking User Input in Separate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BF4E-408E-5345-E403-263F303A3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 </a:t>
            </a:r>
            <a:r>
              <a:rPr lang="en-IN" b="0" dirty="0">
                <a:effectLst/>
                <a:latin typeface="Nunito" pitchFamily="2" charset="77"/>
              </a:rPr>
              <a:t>This function reads a line of space-separated integers and unpacks them into variables.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US" dirty="0"/>
              <a:t>import sys</a:t>
            </a:r>
          </a:p>
          <a:p>
            <a:r>
              <a:rPr lang="en-US" dirty="0"/>
              <a:t>def </a:t>
            </a:r>
            <a:r>
              <a:rPr lang="en-US" dirty="0" err="1"/>
              <a:t>get_ints</a:t>
            </a:r>
            <a:r>
              <a:rPr lang="en-US" dirty="0"/>
              <a:t>(): </a:t>
            </a:r>
          </a:p>
          <a:p>
            <a:r>
              <a:rPr lang="en-US" dirty="0"/>
              <a:t>    return map(int, </a:t>
            </a:r>
            <a:r>
              <a:rPr lang="en-US" dirty="0" err="1"/>
              <a:t>sys.stdin.readline</a:t>
            </a:r>
            <a:r>
              <a:rPr lang="en-US" dirty="0"/>
              <a:t>().strip().split())</a:t>
            </a:r>
          </a:p>
          <a:p>
            <a:r>
              <a:rPr lang="en-US" dirty="0"/>
              <a:t>a, b, c, d = </a:t>
            </a:r>
            <a:r>
              <a:rPr lang="en-US" dirty="0" err="1"/>
              <a:t>get_ints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896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C4D9-508D-001E-46A9-522902C8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4. Taking User Inputs as a List of Integers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DB669-68DF-6CBD-FDAC-B3B1C5AB0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</a:t>
            </a:r>
            <a:r>
              <a:rPr lang="en-IN" b="0" dirty="0">
                <a:effectLst/>
                <a:latin typeface="Nunito" pitchFamily="2" charset="77"/>
              </a:rPr>
              <a:t> This program reads integers from a single line and stores them in a list.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IN" dirty="0">
                <a:effectLst/>
                <a:latin typeface="Nunito" pitchFamily="2" charset="77"/>
              </a:rPr>
              <a:t>import sys</a:t>
            </a:r>
          </a:p>
          <a:p>
            <a:r>
              <a:rPr lang="en-IN" dirty="0">
                <a:effectLst/>
                <a:latin typeface="Nunito" pitchFamily="2" charset="77"/>
              </a:rPr>
              <a:t>def </a:t>
            </a:r>
            <a:r>
              <a:rPr lang="en-IN" dirty="0" err="1">
                <a:effectLst/>
                <a:latin typeface="Nunito" pitchFamily="2" charset="77"/>
              </a:rPr>
              <a:t>get_list</a:t>
            </a:r>
            <a:r>
              <a:rPr lang="en-IN" dirty="0">
                <a:effectLst/>
                <a:latin typeface="Nunito" pitchFamily="2" charset="77"/>
              </a:rPr>
              <a:t>(): </a:t>
            </a:r>
          </a:p>
          <a:p>
            <a:r>
              <a:rPr lang="en-IN" dirty="0">
                <a:effectLst/>
                <a:latin typeface="Nunito" pitchFamily="2" charset="77"/>
              </a:rPr>
              <a:t>    return list(map(int, </a:t>
            </a:r>
            <a:r>
              <a:rPr lang="en-IN" dirty="0" err="1">
                <a:effectLst/>
                <a:latin typeface="Nunito" pitchFamily="2" charset="77"/>
              </a:rPr>
              <a:t>sys.stdin.readline</a:t>
            </a:r>
            <a:r>
              <a:rPr lang="en-IN" dirty="0">
                <a:effectLst/>
                <a:latin typeface="Nunito" pitchFamily="2" charset="77"/>
              </a:rPr>
              <a:t>().strip().split()))</a:t>
            </a:r>
          </a:p>
          <a:p>
            <a:r>
              <a:rPr lang="en-IN" dirty="0" err="1">
                <a:effectLst/>
                <a:latin typeface="Nunito" pitchFamily="2" charset="77"/>
              </a:rPr>
              <a:t>Arr</a:t>
            </a:r>
            <a:r>
              <a:rPr lang="en-IN" dirty="0">
                <a:effectLst/>
                <a:latin typeface="Nunito" pitchFamily="2" charset="77"/>
              </a:rPr>
              <a:t> = </a:t>
            </a:r>
            <a:r>
              <a:rPr lang="en-IN" dirty="0" err="1">
                <a:effectLst/>
                <a:latin typeface="Nunito" pitchFamily="2" charset="77"/>
              </a:rPr>
              <a:t>get_list</a:t>
            </a:r>
            <a:r>
              <a:rPr lang="en-IN" dirty="0">
                <a:effectLst/>
                <a:latin typeface="Nunito" pitchFamily="2" charset="77"/>
              </a:rPr>
              <a:t>()</a:t>
            </a:r>
            <a:br>
              <a:rPr lang="en-IN" dirty="0">
                <a:effectLst/>
                <a:latin typeface="Nunito" pitchFamily="2" charset="77"/>
              </a:rPr>
            </a:br>
            <a:endParaRPr lang="en-IN" dirty="0">
              <a:effectLst/>
              <a:latin typeface="Nunito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0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7512-A604-7F83-D6B9-15C7BDFD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5. Taking String Input Efficiently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BC5A2-6E1F-E31B-8D7E-42B6923C3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 </a:t>
            </a:r>
            <a:r>
              <a:rPr lang="en-IN" b="0" dirty="0">
                <a:effectLst/>
                <a:latin typeface="Nunito" pitchFamily="2" charset="77"/>
              </a:rPr>
              <a:t>This function reads a line of text input as a string.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US" dirty="0"/>
              <a:t>import sys</a:t>
            </a:r>
          </a:p>
          <a:p>
            <a:r>
              <a:rPr lang="en-US" dirty="0"/>
              <a:t>def </a:t>
            </a:r>
            <a:r>
              <a:rPr lang="en-US" dirty="0" err="1"/>
              <a:t>get_string</a:t>
            </a:r>
            <a:r>
              <a:rPr lang="en-US" dirty="0"/>
              <a:t>(): </a:t>
            </a:r>
          </a:p>
          <a:p>
            <a:r>
              <a:rPr lang="en-US" dirty="0"/>
              <a:t>    return </a:t>
            </a:r>
            <a:r>
              <a:rPr lang="en-US" dirty="0" err="1"/>
              <a:t>sys.stdin.readline</a:t>
            </a:r>
            <a:r>
              <a:rPr lang="en-US" dirty="0"/>
              <a:t>().strip()</a:t>
            </a:r>
          </a:p>
          <a:p>
            <a:r>
              <a:rPr lang="en-US" dirty="0"/>
              <a:t>string = </a:t>
            </a:r>
            <a:r>
              <a:rPr lang="en-US" dirty="0" err="1"/>
              <a:t>get_string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1475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383</Words>
  <Application>Microsoft Macintosh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Nunito</vt:lpstr>
      <vt:lpstr>Source Sans 3</vt:lpstr>
      <vt:lpstr>Office Theme</vt:lpstr>
      <vt:lpstr>Python Introduction</vt:lpstr>
      <vt:lpstr>Python Input Methods for Competitive Programming</vt:lpstr>
      <vt:lpstr>1. Normal Method</vt:lpstr>
      <vt:lpstr>2. Faster Method Using stdin and stdout</vt:lpstr>
      <vt:lpstr>3. Taking User Input in Separate Variables</vt:lpstr>
      <vt:lpstr>4. Taking User Inputs as a List of Integers</vt:lpstr>
      <vt:lpstr>5. Taking String Input Efficiently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265</cp:revision>
  <dcterms:created xsi:type="dcterms:W3CDTF">2026-01-15T04:12:31Z</dcterms:created>
  <dcterms:modified xsi:type="dcterms:W3CDTF">2026-08-13T04:48:26Z</dcterms:modified>
</cp:coreProperties>
</file>