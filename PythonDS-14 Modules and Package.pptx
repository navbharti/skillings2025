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PythonDS-14 </a:t>
            </a:r>
            <a:r>
              <a:rPr lang="en-US" dirty="0"/>
              <a:t>Modules and Package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808A-54DF-36A4-F425-4D130799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CE3A-3E4D-C107-F963-54B88A2F6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group of functions, variables and classes saved to a file, which is nothing but module.  Every Python file (.</a:t>
            </a:r>
            <a:r>
              <a:rPr lang="en-US" dirty="0" err="1"/>
              <a:t>py</a:t>
            </a:r>
            <a:r>
              <a:rPr lang="en-US" dirty="0"/>
              <a:t>) acts as a module. </a:t>
            </a:r>
          </a:p>
          <a:p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basicmath.py</a:t>
            </a:r>
            <a:r>
              <a:rPr lang="en-US" dirty="0"/>
              <a:t>  </a:t>
            </a:r>
          </a:p>
          <a:p>
            <a:r>
              <a:rPr lang="en-US" dirty="0"/>
              <a:t>x=888  </a:t>
            </a:r>
          </a:p>
          <a:p>
            <a:r>
              <a:rPr lang="en-US" dirty="0"/>
              <a:t>def add(</a:t>
            </a:r>
            <a:r>
              <a:rPr lang="en-US" dirty="0" err="1"/>
              <a:t>a,b</a:t>
            </a:r>
            <a:r>
              <a:rPr lang="en-US" dirty="0"/>
              <a:t>):  </a:t>
            </a:r>
          </a:p>
          <a:p>
            <a:r>
              <a:rPr lang="en-US" dirty="0"/>
              <a:t>        print("The Sum:",</a:t>
            </a:r>
            <a:r>
              <a:rPr lang="en-US" dirty="0" err="1"/>
              <a:t>a+b</a:t>
            </a:r>
            <a:r>
              <a:rPr lang="en-US" dirty="0"/>
              <a:t>)  </a:t>
            </a:r>
          </a:p>
          <a:p>
            <a:r>
              <a:rPr lang="en-US" dirty="0"/>
              <a:t>def product(</a:t>
            </a:r>
            <a:r>
              <a:rPr lang="en-US" dirty="0" err="1"/>
              <a:t>a,b</a:t>
            </a:r>
            <a:r>
              <a:rPr lang="en-US" dirty="0"/>
              <a:t>):  </a:t>
            </a:r>
          </a:p>
          <a:p>
            <a:r>
              <a:rPr lang="en-US" dirty="0"/>
              <a:t>         print("The </a:t>
            </a:r>
            <a:r>
              <a:rPr lang="en-US" dirty="0" err="1"/>
              <a:t>Product:",a</a:t>
            </a:r>
            <a:r>
              <a:rPr lang="en-US" dirty="0"/>
              <a:t>*b)  </a:t>
            </a:r>
          </a:p>
          <a:p>
            <a:endParaRPr lang="en-US" dirty="0"/>
          </a:p>
          <a:p>
            <a:r>
              <a:rPr lang="en-US" i="1" dirty="0" err="1"/>
              <a:t>basicmath</a:t>
            </a:r>
            <a:r>
              <a:rPr lang="en-US" dirty="0"/>
              <a:t> module contains one variable and 2 functions. If we want to use members of module in our program then we should import that module. </a:t>
            </a:r>
          </a:p>
        </p:txBody>
      </p:sp>
    </p:spTree>
    <p:extLst>
      <p:ext uri="{BB962C8B-B14F-4D97-AF65-F5344CB8AC3E}">
        <p14:creationId xmlns:p14="http://schemas.microsoft.com/office/powerpoint/2010/main" val="362071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7B65C-C64A-7BB3-F28B-4F205C96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3C73-D38D-2D31-DACC-04B9ADFA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34F4D-A4E2-1199-9ACD-FD97DD4D6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import </a:t>
            </a:r>
            <a:r>
              <a:rPr lang="en-US" b="1" dirty="0" err="1"/>
              <a:t>modulename</a:t>
            </a:r>
            <a:r>
              <a:rPr lang="en-US" b="1" dirty="0"/>
              <a:t> </a:t>
            </a:r>
          </a:p>
          <a:p>
            <a:r>
              <a:rPr lang="en-US" dirty="0"/>
              <a:t>We can access members by using module name. </a:t>
            </a:r>
          </a:p>
          <a:p>
            <a:r>
              <a:rPr lang="en-US" dirty="0" err="1">
                <a:solidFill>
                  <a:srgbClr val="00B050"/>
                </a:solidFill>
              </a:rPr>
              <a:t>modulename.variable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 err="1">
                <a:solidFill>
                  <a:srgbClr val="00B050"/>
                </a:solidFill>
              </a:rPr>
              <a:t>modulename.function</a:t>
            </a:r>
            <a:r>
              <a:rPr lang="en-US" dirty="0">
                <a:solidFill>
                  <a:srgbClr val="00B050"/>
                </a:solidFill>
              </a:rPr>
              <a:t>() </a:t>
            </a:r>
          </a:p>
          <a:p>
            <a:endParaRPr lang="en-US" dirty="0"/>
          </a:p>
          <a:p>
            <a:r>
              <a:rPr lang="en-US" u="sng" dirty="0" err="1"/>
              <a:t>test.py</a:t>
            </a:r>
            <a:r>
              <a:rPr lang="en-US" u="sng" dirty="0"/>
              <a:t>: </a:t>
            </a:r>
          </a:p>
          <a:p>
            <a:r>
              <a:rPr lang="en-US" dirty="0"/>
              <a:t>import </a:t>
            </a:r>
            <a:r>
              <a:rPr lang="en-US" dirty="0" err="1"/>
              <a:t>basicmath</a:t>
            </a:r>
            <a:r>
              <a:rPr lang="en-US" dirty="0"/>
              <a:t>  </a:t>
            </a:r>
          </a:p>
          <a:p>
            <a:r>
              <a:rPr lang="en-US" dirty="0"/>
              <a:t>print(</a:t>
            </a:r>
            <a:r>
              <a:rPr lang="en-US" dirty="0" err="1"/>
              <a:t>basicmath.x</a:t>
            </a:r>
            <a:r>
              <a:rPr lang="en-US" dirty="0"/>
              <a:t>)  </a:t>
            </a:r>
          </a:p>
          <a:p>
            <a:r>
              <a:rPr lang="en-US" dirty="0" err="1"/>
              <a:t>basicmath.add</a:t>
            </a:r>
            <a:r>
              <a:rPr lang="en-US" dirty="0"/>
              <a:t>(10,20)  </a:t>
            </a:r>
          </a:p>
          <a:p>
            <a:r>
              <a:rPr lang="en-US" dirty="0" err="1"/>
              <a:t>basicmath.product</a:t>
            </a:r>
            <a:r>
              <a:rPr lang="en-US" dirty="0"/>
              <a:t>(10,20) 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Note: Whenever we are using a module in our program, for that module compiled file will be  generated and stored in the hard disk permanently. </a:t>
            </a:r>
          </a:p>
        </p:txBody>
      </p:sp>
    </p:spTree>
    <p:extLst>
      <p:ext uri="{BB962C8B-B14F-4D97-AF65-F5344CB8AC3E}">
        <p14:creationId xmlns:p14="http://schemas.microsoft.com/office/powerpoint/2010/main" val="3399048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1B67-4835-2086-57A6-AAD5D0B1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alias using as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DC4AA-BE4F-7105-388B-6972F48C0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Renaming a module at the time of import (module aliasing): </a:t>
            </a:r>
          </a:p>
          <a:p>
            <a:r>
              <a:rPr lang="en-US" dirty="0" err="1"/>
              <a:t>Eg</a:t>
            </a:r>
            <a:r>
              <a:rPr lang="en-US" dirty="0"/>
              <a:t>: </a:t>
            </a:r>
          </a:p>
          <a:p>
            <a:r>
              <a:rPr lang="en-US" dirty="0">
                <a:solidFill>
                  <a:srgbClr val="00B050"/>
                </a:solidFill>
              </a:rPr>
              <a:t>import </a:t>
            </a:r>
            <a:r>
              <a:rPr lang="en-US" dirty="0" err="1">
                <a:solidFill>
                  <a:srgbClr val="00B050"/>
                </a:solidFill>
              </a:rPr>
              <a:t>basicmath</a:t>
            </a:r>
            <a:r>
              <a:rPr lang="en-US" dirty="0">
                <a:solidFill>
                  <a:srgbClr val="00B050"/>
                </a:solidFill>
              </a:rPr>
              <a:t> as m </a:t>
            </a:r>
          </a:p>
          <a:p>
            <a:r>
              <a:rPr lang="en-US" dirty="0"/>
              <a:t>here </a:t>
            </a:r>
            <a:r>
              <a:rPr lang="en-US" dirty="0" err="1"/>
              <a:t>basicmath</a:t>
            </a:r>
            <a:r>
              <a:rPr lang="en-US" dirty="0"/>
              <a:t> is original module name and m is alias name. </a:t>
            </a:r>
          </a:p>
          <a:p>
            <a:r>
              <a:rPr lang="en-US" dirty="0"/>
              <a:t>We can access members by using alias name m </a:t>
            </a:r>
          </a:p>
          <a:p>
            <a:endParaRPr lang="en-US" dirty="0"/>
          </a:p>
          <a:p>
            <a:r>
              <a:rPr lang="en-US" u="sng" dirty="0" err="1"/>
              <a:t>test.py</a:t>
            </a:r>
            <a:r>
              <a:rPr lang="en-US" u="sng" dirty="0"/>
              <a:t>: </a:t>
            </a:r>
          </a:p>
          <a:p>
            <a:r>
              <a:rPr lang="en-US" dirty="0">
                <a:solidFill>
                  <a:srgbClr val="00B050"/>
                </a:solidFill>
              </a:rPr>
              <a:t>import </a:t>
            </a:r>
            <a:r>
              <a:rPr lang="en-US" dirty="0" err="1">
                <a:solidFill>
                  <a:srgbClr val="00B050"/>
                </a:solidFill>
              </a:rPr>
              <a:t>basicmath</a:t>
            </a:r>
            <a:r>
              <a:rPr lang="en-US" dirty="0">
                <a:solidFill>
                  <a:srgbClr val="00B050"/>
                </a:solidFill>
              </a:rPr>
              <a:t> as m  </a:t>
            </a:r>
          </a:p>
          <a:p>
            <a:r>
              <a:rPr lang="en-US" dirty="0"/>
              <a:t>print(</a:t>
            </a:r>
            <a:r>
              <a:rPr lang="en-US" dirty="0" err="1"/>
              <a:t>m.x</a:t>
            </a:r>
            <a:r>
              <a:rPr lang="en-US" dirty="0"/>
              <a:t>)  </a:t>
            </a:r>
          </a:p>
          <a:p>
            <a:r>
              <a:rPr lang="en-US" dirty="0" err="1"/>
              <a:t>m.add</a:t>
            </a:r>
            <a:r>
              <a:rPr lang="en-US" dirty="0"/>
              <a:t>(10,20)  </a:t>
            </a:r>
          </a:p>
          <a:p>
            <a:r>
              <a:rPr lang="en-US" dirty="0" err="1"/>
              <a:t>m.product</a:t>
            </a:r>
            <a:r>
              <a:rPr lang="en-US" dirty="0"/>
              <a:t>(10,20)</a:t>
            </a:r>
          </a:p>
        </p:txBody>
      </p:sp>
    </p:spTree>
    <p:extLst>
      <p:ext uri="{BB962C8B-B14F-4D97-AF65-F5344CB8AC3E}">
        <p14:creationId xmlns:p14="http://schemas.microsoft.com/office/powerpoint/2010/main" val="149123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FCFF7-48AA-B4F5-CFF4-3E51FEBC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from…import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6B1C-1648-DFE5-DA23-4983E5281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from ... import: </a:t>
            </a:r>
          </a:p>
          <a:p>
            <a:r>
              <a:rPr lang="en-US" dirty="0"/>
              <a:t>We can import particular members of module by using from ... import . The main advantage of this is we can access members directly without using module  name. </a:t>
            </a:r>
          </a:p>
          <a:p>
            <a:r>
              <a:rPr lang="en-US" dirty="0" err="1"/>
              <a:t>Eg</a:t>
            </a:r>
            <a:r>
              <a:rPr lang="en-US" dirty="0"/>
              <a:t>: </a:t>
            </a:r>
          </a:p>
          <a:p>
            <a:r>
              <a:rPr lang="en-US" dirty="0"/>
              <a:t>from </a:t>
            </a:r>
            <a:r>
              <a:rPr lang="en-US" dirty="0" err="1"/>
              <a:t>basicmath</a:t>
            </a:r>
            <a:r>
              <a:rPr lang="en-US" dirty="0"/>
              <a:t> import </a:t>
            </a:r>
            <a:r>
              <a:rPr lang="en-US" dirty="0" err="1"/>
              <a:t>x,add</a:t>
            </a:r>
            <a:r>
              <a:rPr lang="en-US" dirty="0"/>
              <a:t> </a:t>
            </a:r>
          </a:p>
          <a:p>
            <a:r>
              <a:rPr lang="en-US" dirty="0"/>
              <a:t>print(x) </a:t>
            </a:r>
          </a:p>
          <a:p>
            <a:r>
              <a:rPr lang="en-US" dirty="0"/>
              <a:t>add(10,20) </a:t>
            </a:r>
          </a:p>
          <a:p>
            <a:r>
              <a:rPr lang="en-US" dirty="0"/>
              <a:t>product(10,20)==&gt; </a:t>
            </a:r>
            <a:r>
              <a:rPr lang="en-US" dirty="0" err="1"/>
              <a:t>NameError</a:t>
            </a:r>
            <a:r>
              <a:rPr lang="en-US" dirty="0"/>
              <a:t>: name 'product' is not defined </a:t>
            </a:r>
          </a:p>
          <a:p>
            <a:r>
              <a:rPr lang="en-US" dirty="0"/>
              <a:t>We can import all members of a module as follows </a:t>
            </a:r>
          </a:p>
          <a:p>
            <a:r>
              <a:rPr lang="en-US" dirty="0"/>
              <a:t>from </a:t>
            </a:r>
            <a:r>
              <a:rPr lang="en-US" dirty="0" err="1"/>
              <a:t>basicmath</a:t>
            </a:r>
            <a:r>
              <a:rPr lang="en-US" dirty="0"/>
              <a:t> import * </a:t>
            </a:r>
          </a:p>
          <a:p>
            <a:r>
              <a:rPr lang="en-US" dirty="0" err="1"/>
              <a:t>test.py</a:t>
            </a:r>
            <a:r>
              <a:rPr lang="en-US" dirty="0"/>
              <a:t>: </a:t>
            </a:r>
          </a:p>
          <a:p>
            <a:r>
              <a:rPr lang="en-US" dirty="0"/>
              <a:t>from </a:t>
            </a:r>
            <a:r>
              <a:rPr lang="en-US" dirty="0" err="1"/>
              <a:t>basicmath</a:t>
            </a:r>
            <a:r>
              <a:rPr lang="en-US" dirty="0"/>
              <a:t> import *  </a:t>
            </a:r>
          </a:p>
          <a:p>
            <a:r>
              <a:rPr lang="en-US" dirty="0"/>
              <a:t>print(x)  </a:t>
            </a:r>
          </a:p>
          <a:p>
            <a:r>
              <a:rPr lang="en-US" dirty="0"/>
              <a:t>add(10,20)  </a:t>
            </a:r>
          </a:p>
          <a:p>
            <a:r>
              <a:rPr lang="en-US" dirty="0"/>
              <a:t>product(10,20)</a:t>
            </a:r>
          </a:p>
        </p:txBody>
      </p:sp>
    </p:spTree>
    <p:extLst>
      <p:ext uri="{BB962C8B-B14F-4D97-AF65-F5344CB8AC3E}">
        <p14:creationId xmlns:p14="http://schemas.microsoft.com/office/powerpoint/2010/main" val="132688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5C6A-A5F7-F3D7-BDC8-F31BB557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</a:t>
            </a:r>
            <a:r>
              <a:rPr lang="en-US" dirty="0" err="1"/>
              <a:t>possibilties</a:t>
            </a:r>
            <a:r>
              <a:rPr lang="en-US" dirty="0"/>
              <a:t> of import: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7BB19-7EA5-DE88-0CF3-DEF850FA9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</a:t>
            </a:r>
            <a:r>
              <a:rPr lang="en-US" dirty="0" err="1"/>
              <a:t>modulename</a:t>
            </a:r>
            <a:r>
              <a:rPr lang="en-US" dirty="0"/>
              <a:t> </a:t>
            </a:r>
          </a:p>
          <a:p>
            <a:r>
              <a:rPr lang="en-US" dirty="0"/>
              <a:t>import module1,module2,module3 </a:t>
            </a:r>
          </a:p>
          <a:p>
            <a:r>
              <a:rPr lang="en-US" dirty="0"/>
              <a:t>import module1 as m </a:t>
            </a:r>
          </a:p>
          <a:p>
            <a:r>
              <a:rPr lang="en-US" dirty="0"/>
              <a:t>import module1 as m1,module2 as m2,module3 </a:t>
            </a:r>
          </a:p>
          <a:p>
            <a:r>
              <a:rPr lang="en-US" dirty="0"/>
              <a:t>from module import member </a:t>
            </a:r>
          </a:p>
          <a:p>
            <a:r>
              <a:rPr lang="en-US" dirty="0"/>
              <a:t>from module import member1,member2,memebr3 </a:t>
            </a:r>
          </a:p>
          <a:p>
            <a:r>
              <a:rPr lang="en-US" dirty="0"/>
              <a:t>from module import memeber1 as x </a:t>
            </a:r>
          </a:p>
          <a:p>
            <a:r>
              <a:rPr lang="en-US" dirty="0"/>
              <a:t>from module import *</a:t>
            </a:r>
          </a:p>
        </p:txBody>
      </p:sp>
    </p:spTree>
    <p:extLst>
      <p:ext uri="{BB962C8B-B14F-4D97-AF65-F5344CB8AC3E}">
        <p14:creationId xmlns:p14="http://schemas.microsoft.com/office/powerpoint/2010/main" val="154839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76A5-F577-9533-7664-177B6086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 aliasing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7F302-539B-DC71-D856-D6E55F577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</a:t>
            </a:r>
            <a:r>
              <a:rPr lang="en-US" dirty="0" err="1"/>
              <a:t>basicmath</a:t>
            </a:r>
            <a:r>
              <a:rPr lang="en-US" dirty="0"/>
              <a:t> import x as y, add as sum </a:t>
            </a:r>
          </a:p>
          <a:p>
            <a:r>
              <a:rPr lang="en-US" dirty="0"/>
              <a:t>print(y) </a:t>
            </a:r>
          </a:p>
          <a:p>
            <a:r>
              <a:rPr lang="en-US" dirty="0"/>
              <a:t>sum(10,20) </a:t>
            </a:r>
          </a:p>
          <a:p>
            <a:r>
              <a:rPr lang="en-US" dirty="0"/>
              <a:t>Once we defined as alias </a:t>
            </a:r>
            <a:r>
              <a:rPr lang="en-US" dirty="0" err="1"/>
              <a:t>name,we</a:t>
            </a:r>
            <a:r>
              <a:rPr lang="en-US" dirty="0"/>
              <a:t> should use alias name only and we should not use  original name </a:t>
            </a:r>
          </a:p>
          <a:p>
            <a:r>
              <a:rPr lang="en-US" dirty="0" err="1"/>
              <a:t>Eg</a:t>
            </a:r>
            <a:r>
              <a:rPr lang="en-US" dirty="0"/>
              <a:t>: </a:t>
            </a:r>
          </a:p>
          <a:p>
            <a:r>
              <a:rPr lang="en-US" dirty="0"/>
              <a:t>from </a:t>
            </a:r>
            <a:r>
              <a:rPr lang="en-US" dirty="0" err="1"/>
              <a:t>basicmath</a:t>
            </a:r>
            <a:r>
              <a:rPr lang="en-US" dirty="0"/>
              <a:t> import x as y </a:t>
            </a:r>
          </a:p>
          <a:p>
            <a:r>
              <a:rPr lang="en-US" dirty="0"/>
              <a:t>print(x)==&gt;</a:t>
            </a:r>
            <a:r>
              <a:rPr lang="en-US" dirty="0" err="1"/>
              <a:t>NameError</a:t>
            </a:r>
            <a:r>
              <a:rPr lang="en-US" dirty="0"/>
              <a:t>: name 'x' is not defined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9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BFC1-C30D-6240-5D2A-45CFC3C6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Reloading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E48FC-D6EA-44B5-6C55-93F657138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By default module will be loaded only once </a:t>
            </a:r>
            <a:r>
              <a:rPr lang="en-US" dirty="0" err="1"/>
              <a:t>eventhough</a:t>
            </a:r>
            <a:r>
              <a:rPr lang="en-US" dirty="0"/>
              <a:t> we are importing multiple  multiple times. </a:t>
            </a:r>
          </a:p>
          <a:p>
            <a:r>
              <a:rPr lang="en-US" dirty="0"/>
              <a:t>Demo Program for module reloading: </a:t>
            </a:r>
          </a:p>
          <a:p>
            <a:r>
              <a:rPr lang="en-US" dirty="0"/>
              <a:t>import time  </a:t>
            </a:r>
          </a:p>
          <a:p>
            <a:r>
              <a:rPr lang="en-US" dirty="0"/>
              <a:t>from imp import reload  </a:t>
            </a:r>
          </a:p>
          <a:p>
            <a:r>
              <a:rPr lang="en-US" dirty="0"/>
              <a:t>import module1  </a:t>
            </a:r>
          </a:p>
          <a:p>
            <a:r>
              <a:rPr lang="en-US" dirty="0" err="1"/>
              <a:t>time.sleep</a:t>
            </a:r>
            <a:r>
              <a:rPr lang="en-US" dirty="0"/>
              <a:t>(30)  </a:t>
            </a:r>
          </a:p>
          <a:p>
            <a:r>
              <a:rPr lang="en-US" dirty="0"/>
              <a:t>reload(module1)  </a:t>
            </a:r>
          </a:p>
          <a:p>
            <a:r>
              <a:rPr lang="en-US" dirty="0" err="1"/>
              <a:t>time.sleep</a:t>
            </a:r>
            <a:r>
              <a:rPr lang="en-US" dirty="0"/>
              <a:t>(30)  </a:t>
            </a:r>
          </a:p>
          <a:p>
            <a:r>
              <a:rPr lang="en-US" dirty="0"/>
              <a:t>reload(module1)  </a:t>
            </a:r>
          </a:p>
          <a:p>
            <a:r>
              <a:rPr lang="en-US" dirty="0"/>
              <a:t>print("This is test file")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70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B3D1-5102-B3FA-A9FF-551B8088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CB63D-FEAC-232E-A4AC-BACD0995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Reloading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69AB-6DF3-3EA5-F6C6-C011D6933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Note: In the above program, </a:t>
            </a:r>
            <a:r>
              <a:rPr lang="en-US" dirty="0" err="1"/>
              <a:t>everytime</a:t>
            </a:r>
            <a:r>
              <a:rPr lang="en-US" dirty="0"/>
              <a:t> updated version of module1 will be available to  our program</a:t>
            </a:r>
          </a:p>
          <a:p>
            <a:r>
              <a:rPr lang="en-US" dirty="0"/>
              <a:t>module1.py: </a:t>
            </a:r>
          </a:p>
          <a:p>
            <a:r>
              <a:rPr lang="en-US" dirty="0"/>
              <a:t>print("This is from module1") </a:t>
            </a:r>
          </a:p>
          <a:p>
            <a:r>
              <a:rPr lang="en-US" dirty="0" err="1"/>
              <a:t>test.py</a:t>
            </a:r>
            <a:r>
              <a:rPr lang="en-US" dirty="0"/>
              <a:t> </a:t>
            </a:r>
          </a:p>
          <a:p>
            <a:r>
              <a:rPr lang="en-US" dirty="0"/>
              <a:t>import module1  </a:t>
            </a:r>
          </a:p>
          <a:p>
            <a:r>
              <a:rPr lang="en-US" dirty="0"/>
              <a:t>import module1  </a:t>
            </a:r>
          </a:p>
          <a:p>
            <a:r>
              <a:rPr lang="en-US" dirty="0"/>
              <a:t>import module1  </a:t>
            </a:r>
          </a:p>
          <a:p>
            <a:r>
              <a:rPr lang="en-US" dirty="0"/>
              <a:t>import module1  </a:t>
            </a:r>
          </a:p>
          <a:p>
            <a:r>
              <a:rPr lang="en-US" dirty="0"/>
              <a:t>print("This is test module")  </a:t>
            </a:r>
          </a:p>
        </p:txBody>
      </p:sp>
    </p:spTree>
    <p:extLst>
      <p:ext uri="{BB962C8B-B14F-4D97-AF65-F5344CB8AC3E}">
        <p14:creationId xmlns:p14="http://schemas.microsoft.com/office/powerpoint/2010/main" val="35478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2241-EA7D-35B9-76C6-B19BB799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A20A1-AA29-C5ED-F64A-E7989ECA1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the above program test module will be loaded only once, even though we are importing  multiple times. </a:t>
            </a:r>
          </a:p>
          <a:p>
            <a:r>
              <a:rPr lang="en-US" dirty="0"/>
              <a:t>The problem in this approach is after loading a module if it is updated outside then  updated version of module1 is not available to our program. </a:t>
            </a:r>
          </a:p>
          <a:p>
            <a:r>
              <a:rPr lang="en-US" dirty="0"/>
              <a:t>We can solve this problem by reloading module explicitly based on our requirement. We can reload by using </a:t>
            </a:r>
            <a:r>
              <a:rPr lang="en-US" b="1" i="1" dirty="0"/>
              <a:t>reload()</a:t>
            </a:r>
            <a:r>
              <a:rPr lang="en-US" dirty="0"/>
              <a:t> function of </a:t>
            </a:r>
            <a:r>
              <a:rPr lang="en-US" b="1" i="1" dirty="0"/>
              <a:t>imp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import imp </a:t>
            </a:r>
          </a:p>
          <a:p>
            <a:r>
              <a:rPr lang="en-US" dirty="0" err="1">
                <a:solidFill>
                  <a:srgbClr val="00B050"/>
                </a:solidFill>
              </a:rPr>
              <a:t>imp.reload</a:t>
            </a:r>
            <a:r>
              <a:rPr lang="en-US" dirty="0">
                <a:solidFill>
                  <a:srgbClr val="00B050"/>
                </a:solidFill>
              </a:rPr>
              <a:t>(module1) </a:t>
            </a:r>
          </a:p>
        </p:txBody>
      </p:sp>
    </p:spTree>
    <p:extLst>
      <p:ext uri="{BB962C8B-B14F-4D97-AF65-F5344CB8AC3E}">
        <p14:creationId xmlns:p14="http://schemas.microsoft.com/office/powerpoint/2010/main" val="2457691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CE3D-0C53-EE5D-66A8-76F36A110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92500" lnSpcReduction="10000"/>
          </a:bodyPr>
          <a:lstStyle/>
          <a:p>
            <a:r>
              <a:rPr lang="en-US" u="sng" dirty="0" err="1"/>
              <a:t>test.py</a:t>
            </a:r>
            <a:r>
              <a:rPr lang="en-US" u="sng" dirty="0"/>
              <a:t>: </a:t>
            </a:r>
          </a:p>
          <a:p>
            <a:r>
              <a:rPr lang="en-US" dirty="0"/>
              <a:t>import module1  </a:t>
            </a:r>
          </a:p>
          <a:p>
            <a:r>
              <a:rPr lang="en-US" dirty="0"/>
              <a:t>import module1  </a:t>
            </a:r>
          </a:p>
          <a:p>
            <a:r>
              <a:rPr lang="en-US" dirty="0"/>
              <a:t>from imp import reload  </a:t>
            </a:r>
          </a:p>
          <a:p>
            <a:r>
              <a:rPr lang="en-US" dirty="0"/>
              <a:t>reload(module1)  </a:t>
            </a:r>
          </a:p>
          <a:p>
            <a:r>
              <a:rPr lang="en-US" dirty="0"/>
              <a:t>reload(module1)  </a:t>
            </a:r>
          </a:p>
          <a:p>
            <a:r>
              <a:rPr lang="en-US" dirty="0"/>
              <a:t>reload(module1)  </a:t>
            </a:r>
          </a:p>
          <a:p>
            <a:r>
              <a:rPr lang="en-US" dirty="0"/>
              <a:t>print("This is test module")  </a:t>
            </a:r>
          </a:p>
          <a:p>
            <a:endParaRPr lang="en-US" dirty="0"/>
          </a:p>
          <a:p>
            <a:r>
              <a:rPr lang="en-US" dirty="0"/>
              <a:t>Here module1 will be loaded 4 times in that 1 time by default and 3 times  explicitly. </a:t>
            </a:r>
          </a:p>
          <a:p>
            <a:r>
              <a:rPr lang="en-US" dirty="0"/>
              <a:t>The main advantage of explicit module reloading is we can ensure that updated version is always available to our program. </a:t>
            </a:r>
          </a:p>
        </p:txBody>
      </p:sp>
    </p:spTree>
    <p:extLst>
      <p:ext uri="{BB962C8B-B14F-4D97-AF65-F5344CB8AC3E}">
        <p14:creationId xmlns:p14="http://schemas.microsoft.com/office/powerpoint/2010/main" val="269155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9A36-8C14-55E4-D067-C9A5B795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members of module by using </a:t>
            </a:r>
            <a:r>
              <a:rPr lang="en-US" dirty="0" err="1"/>
              <a:t>dir</a:t>
            </a:r>
            <a:r>
              <a:rPr lang="en-US" dirty="0"/>
              <a:t>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C294B-49BF-67F5-1C0C-7F93E608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Python provides inbuilt function </a:t>
            </a:r>
            <a:r>
              <a:rPr lang="en-US" b="1" i="1" dirty="0" err="1"/>
              <a:t>dir</a:t>
            </a:r>
            <a:r>
              <a:rPr lang="en-US" b="1" i="1" dirty="0"/>
              <a:t>()</a:t>
            </a:r>
            <a:r>
              <a:rPr lang="en-US" dirty="0"/>
              <a:t> to list out all members of current module or a  specified module. </a:t>
            </a:r>
          </a:p>
          <a:p>
            <a:r>
              <a:rPr lang="en-US" dirty="0" err="1"/>
              <a:t>dir</a:t>
            </a:r>
            <a:r>
              <a:rPr lang="en-US" dirty="0"/>
              <a:t>() ===&gt;To list out all members of current module </a:t>
            </a:r>
          </a:p>
          <a:p>
            <a:r>
              <a:rPr lang="en-US" dirty="0" err="1"/>
              <a:t>dir</a:t>
            </a:r>
            <a:r>
              <a:rPr lang="en-US" dirty="0"/>
              <a:t>(</a:t>
            </a:r>
            <a:r>
              <a:rPr lang="en-US" dirty="0" err="1"/>
              <a:t>moduleName</a:t>
            </a:r>
            <a:r>
              <a:rPr lang="en-US" dirty="0"/>
              <a:t>)==&gt;To list out all members of specified module </a:t>
            </a:r>
          </a:p>
          <a:p>
            <a:r>
              <a:rPr lang="en-US" dirty="0" err="1"/>
              <a:t>Eg</a:t>
            </a:r>
            <a:r>
              <a:rPr lang="en-US" dirty="0"/>
              <a:t> 1: </a:t>
            </a:r>
            <a:r>
              <a:rPr lang="en-US" dirty="0" err="1"/>
              <a:t>test.py</a:t>
            </a:r>
            <a:r>
              <a:rPr lang="en-US" dirty="0"/>
              <a:t> </a:t>
            </a:r>
          </a:p>
          <a:p>
            <a:r>
              <a:rPr lang="en-US" dirty="0"/>
              <a:t>x=10  </a:t>
            </a:r>
          </a:p>
          <a:p>
            <a:r>
              <a:rPr lang="en-US" dirty="0"/>
              <a:t>y=20  </a:t>
            </a:r>
          </a:p>
          <a:p>
            <a:r>
              <a:rPr lang="en-US" dirty="0"/>
              <a:t>def f1():  </a:t>
            </a:r>
          </a:p>
          <a:p>
            <a:r>
              <a:rPr lang="en-US" dirty="0"/>
              <a:t>print("Hello")  </a:t>
            </a:r>
          </a:p>
          <a:p>
            <a:r>
              <a:rPr lang="en-US" dirty="0"/>
              <a:t>print(</a:t>
            </a:r>
            <a:r>
              <a:rPr lang="en-US" dirty="0" err="1"/>
              <a:t>dir</a:t>
            </a:r>
            <a:r>
              <a:rPr lang="en-US" dirty="0"/>
              <a:t>()) # To print all members of current module 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Output </a:t>
            </a:r>
          </a:p>
          <a:p>
            <a:r>
              <a:rPr lang="en-US" dirty="0"/>
              <a:t>8) ['__annotations__', '__</a:t>
            </a:r>
            <a:r>
              <a:rPr lang="en-US" dirty="0" err="1"/>
              <a:t>builtins</a:t>
            </a:r>
            <a:r>
              <a:rPr lang="en-US" dirty="0"/>
              <a:t>__', '__cached__', '__doc__', '__file__', '__loader__', '__</a:t>
            </a:r>
            <a:r>
              <a:rPr lang="en-US" dirty="0" err="1"/>
              <a:t>nam</a:t>
            </a:r>
            <a:r>
              <a:rPr lang="en-US" dirty="0"/>
              <a:t> e__', '__package__', '__spec__', 'f1', 'x', 'y'] </a:t>
            </a:r>
          </a:p>
        </p:txBody>
      </p:sp>
    </p:spTree>
    <p:extLst>
      <p:ext uri="{BB962C8B-B14F-4D97-AF65-F5344CB8AC3E}">
        <p14:creationId xmlns:p14="http://schemas.microsoft.com/office/powerpoint/2010/main" val="920320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1C22-A204-BFC9-1DCA-983C8CCC4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"/>
            <a:ext cx="10515600" cy="600932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Eg</a:t>
            </a:r>
            <a:r>
              <a:rPr lang="en-US" dirty="0"/>
              <a:t> 2: To display members of particular module: </a:t>
            </a:r>
          </a:p>
          <a:p>
            <a:r>
              <a:rPr lang="en-US" dirty="0" err="1"/>
              <a:t>basicmath.py</a:t>
            </a:r>
            <a:r>
              <a:rPr lang="en-US" dirty="0"/>
              <a:t>: </a:t>
            </a:r>
          </a:p>
          <a:p>
            <a:r>
              <a:rPr lang="en-US" dirty="0"/>
              <a:t>x=888  </a:t>
            </a:r>
          </a:p>
          <a:p>
            <a:r>
              <a:rPr lang="en-US" dirty="0"/>
              <a:t>def add(</a:t>
            </a:r>
            <a:r>
              <a:rPr lang="en-US" dirty="0" err="1"/>
              <a:t>a,b</a:t>
            </a:r>
            <a:r>
              <a:rPr lang="en-US" dirty="0"/>
              <a:t>):  </a:t>
            </a:r>
          </a:p>
          <a:p>
            <a:r>
              <a:rPr lang="en-US" dirty="0"/>
              <a:t>   print("The Sum:",</a:t>
            </a:r>
            <a:r>
              <a:rPr lang="en-US" dirty="0" err="1"/>
              <a:t>a+b</a:t>
            </a:r>
            <a:r>
              <a:rPr lang="en-US" dirty="0"/>
              <a:t>) 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def product(</a:t>
            </a:r>
            <a:r>
              <a:rPr lang="en-US" dirty="0" err="1"/>
              <a:t>a,b</a:t>
            </a:r>
            <a:r>
              <a:rPr lang="en-US" dirty="0"/>
              <a:t>):  </a:t>
            </a:r>
          </a:p>
          <a:p>
            <a:r>
              <a:rPr lang="en-US" dirty="0"/>
              <a:t>   print("The </a:t>
            </a:r>
            <a:r>
              <a:rPr lang="en-US" dirty="0" err="1"/>
              <a:t>Product:",a</a:t>
            </a:r>
            <a:r>
              <a:rPr lang="en-US" dirty="0"/>
              <a:t>*b)  </a:t>
            </a:r>
          </a:p>
          <a:p>
            <a:endParaRPr lang="en-US" dirty="0"/>
          </a:p>
          <a:p>
            <a:r>
              <a:rPr lang="en-US" dirty="0" err="1"/>
              <a:t>test.py</a:t>
            </a:r>
            <a:r>
              <a:rPr lang="en-US" dirty="0"/>
              <a:t>: </a:t>
            </a:r>
          </a:p>
          <a:p>
            <a:r>
              <a:rPr lang="en-US" dirty="0"/>
              <a:t>import </a:t>
            </a:r>
            <a:r>
              <a:rPr lang="en-US" dirty="0" err="1"/>
              <a:t>basicmath</a:t>
            </a:r>
            <a:r>
              <a:rPr lang="en-US" dirty="0"/>
              <a:t>  </a:t>
            </a:r>
          </a:p>
          <a:p>
            <a:r>
              <a:rPr lang="en-US" dirty="0"/>
              <a:t>print(</a:t>
            </a:r>
            <a:r>
              <a:rPr lang="en-US" dirty="0" err="1"/>
              <a:t>dir</a:t>
            </a:r>
            <a:r>
              <a:rPr lang="en-US" dirty="0"/>
              <a:t>(</a:t>
            </a:r>
            <a:r>
              <a:rPr lang="en-US" dirty="0" err="1"/>
              <a:t>basicmath</a:t>
            </a:r>
            <a:r>
              <a:rPr lang="en-US" dirty="0"/>
              <a:t>)) 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Output </a:t>
            </a:r>
          </a:p>
          <a:p>
            <a:r>
              <a:rPr lang="en-US" dirty="0"/>
              <a:t>['__</a:t>
            </a:r>
            <a:r>
              <a:rPr lang="en-US" dirty="0" err="1"/>
              <a:t>builtins</a:t>
            </a:r>
            <a:r>
              <a:rPr lang="en-US" dirty="0"/>
              <a:t>__', '__cached__', '__doc__', '__file__', '__loader__', '__name__',  6) '__package__', '__spec__', 'add', 'product', 'x'] </a:t>
            </a:r>
          </a:p>
        </p:txBody>
      </p:sp>
    </p:spTree>
    <p:extLst>
      <p:ext uri="{BB962C8B-B14F-4D97-AF65-F5344CB8AC3E}">
        <p14:creationId xmlns:p14="http://schemas.microsoft.com/office/powerpoint/2010/main" val="2768044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A5A0-BEF6-B49D-88AB-A51A6F2A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77E40-0D10-B6C2-36CE-2684D7F1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Note: For every module at the time of execution Python interpreter will add some special  properties automatically for internal use.</a:t>
            </a:r>
          </a:p>
          <a:p>
            <a:r>
              <a:rPr lang="en-US" dirty="0" err="1"/>
              <a:t>Eg</a:t>
            </a:r>
            <a:r>
              <a:rPr lang="en-US" dirty="0"/>
              <a:t>: __</a:t>
            </a:r>
            <a:r>
              <a:rPr lang="en-US" dirty="0" err="1"/>
              <a:t>builtins</a:t>
            </a:r>
            <a:r>
              <a:rPr lang="en-US" dirty="0"/>
              <a:t>__,__</a:t>
            </a:r>
            <a:r>
              <a:rPr lang="en-US" dirty="0" err="1"/>
              <a:t>cached__,'__doc__,__file</a:t>
            </a:r>
            <a:r>
              <a:rPr lang="en-US" dirty="0"/>
              <a:t>__, __loader__, __</a:t>
            </a:r>
            <a:r>
              <a:rPr lang="en-US" dirty="0" err="1"/>
              <a:t>name__,__package</a:t>
            </a:r>
            <a:r>
              <a:rPr lang="en-US" dirty="0"/>
              <a:t>__,  __spec__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0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446CF-F79C-AD19-9067-413F2DDC1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5280"/>
            <a:ext cx="10515600" cy="584168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Based on our requirement we can access these properties also in our program. 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test.py</a:t>
            </a:r>
            <a:r>
              <a:rPr lang="en-US" dirty="0"/>
              <a:t>: </a:t>
            </a:r>
          </a:p>
          <a:p>
            <a:r>
              <a:rPr lang="en-US" dirty="0"/>
              <a:t>print(__</a:t>
            </a:r>
            <a:r>
              <a:rPr lang="en-US" dirty="0" err="1"/>
              <a:t>builtins</a:t>
            </a:r>
            <a:r>
              <a:rPr lang="en-US" dirty="0"/>
              <a:t>__ )  </a:t>
            </a:r>
          </a:p>
          <a:p>
            <a:r>
              <a:rPr lang="en-US" dirty="0"/>
              <a:t>print(__cached__ )  </a:t>
            </a:r>
          </a:p>
          <a:p>
            <a:r>
              <a:rPr lang="en-US" dirty="0"/>
              <a:t>print(__doc__)  </a:t>
            </a:r>
          </a:p>
          <a:p>
            <a:r>
              <a:rPr lang="en-US" dirty="0"/>
              <a:t>print(__file__)  </a:t>
            </a:r>
          </a:p>
          <a:p>
            <a:r>
              <a:rPr lang="en-US" dirty="0"/>
              <a:t>print(__loader__)  </a:t>
            </a:r>
          </a:p>
          <a:p>
            <a:r>
              <a:rPr lang="en-US" dirty="0"/>
              <a:t>print(__name__)  </a:t>
            </a:r>
          </a:p>
          <a:p>
            <a:r>
              <a:rPr lang="en-US" dirty="0"/>
              <a:t>print(__package__)  </a:t>
            </a:r>
          </a:p>
          <a:p>
            <a:r>
              <a:rPr lang="en-US" dirty="0"/>
              <a:t>print(__spec__)  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Output </a:t>
            </a:r>
          </a:p>
          <a:p>
            <a:r>
              <a:rPr lang="en-US" dirty="0"/>
              <a:t>&lt;module '</a:t>
            </a:r>
            <a:r>
              <a:rPr lang="en-US" dirty="0" err="1"/>
              <a:t>builtins</a:t>
            </a:r>
            <a:r>
              <a:rPr lang="en-US" dirty="0"/>
              <a:t>' (built-in)&gt;  </a:t>
            </a:r>
          </a:p>
          <a:p>
            <a:r>
              <a:rPr lang="en-US" dirty="0"/>
              <a:t>None  </a:t>
            </a:r>
          </a:p>
          <a:p>
            <a:r>
              <a:rPr lang="en-US" dirty="0"/>
              <a:t>None</a:t>
            </a:r>
          </a:p>
          <a:p>
            <a:endParaRPr lang="en-US" dirty="0"/>
          </a:p>
          <a:p>
            <a:r>
              <a:rPr lang="en-US" dirty="0" err="1"/>
              <a:t>test.py</a:t>
            </a:r>
            <a:r>
              <a:rPr lang="en-US" dirty="0"/>
              <a:t> </a:t>
            </a:r>
          </a:p>
          <a:p>
            <a:r>
              <a:rPr lang="en-US" dirty="0"/>
              <a:t>1) &lt;_</a:t>
            </a:r>
            <a:r>
              <a:rPr lang="en-US" dirty="0" err="1"/>
              <a:t>frozen_importlib_external.SourceFileLoader</a:t>
            </a:r>
            <a:r>
              <a:rPr lang="en-US" dirty="0"/>
              <a:t> object at 0x00572170&gt;  2) __main__  </a:t>
            </a:r>
          </a:p>
          <a:p>
            <a:r>
              <a:rPr lang="en-US" dirty="0"/>
              <a:t>3) None  </a:t>
            </a:r>
          </a:p>
          <a:p>
            <a:r>
              <a:rPr lang="en-US"/>
              <a:t>4) 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7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1083</Words>
  <Application>Microsoft Macintosh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PythonDS-14 Modules and Package</vt:lpstr>
      <vt:lpstr>Module</vt:lpstr>
      <vt:lpstr>Module</vt:lpstr>
      <vt:lpstr>Creating alias using as keyword</vt:lpstr>
      <vt:lpstr>from…import</vt:lpstr>
      <vt:lpstr>Various possibilties of import:</vt:lpstr>
      <vt:lpstr>member aliasing</vt:lpstr>
      <vt:lpstr>Reloading a Module</vt:lpstr>
      <vt:lpstr>Reloading a Module</vt:lpstr>
      <vt:lpstr>PowerPoint Presentation</vt:lpstr>
      <vt:lpstr>PowerPoint Presentation</vt:lpstr>
      <vt:lpstr>Finding members of module by using dir() function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150</cp:revision>
  <dcterms:created xsi:type="dcterms:W3CDTF">2026-01-15T04:12:31Z</dcterms:created>
  <dcterms:modified xsi:type="dcterms:W3CDTF">2026-04-06T08:04:17Z</dcterms:modified>
</cp:coreProperties>
</file>