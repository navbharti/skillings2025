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PythonDS-23 </a:t>
            </a:r>
            <a:r>
              <a:rPr lang="en-US"/>
              <a:t>Pylimorphism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2334</TotalTime>
  <Words>16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PythonDS-23 Pylimorphism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133</cp:revision>
  <dcterms:created xsi:type="dcterms:W3CDTF">2026-01-15T04:12:31Z</dcterms:created>
  <dcterms:modified xsi:type="dcterms:W3CDTF">2026-02-12T11:53:37Z</dcterms:modified>
</cp:coreProperties>
</file>