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60"/>
  </p:normalViewPr>
  <p:slideViewPr>
    <p:cSldViewPr snapToGrid="0">
      <p:cViewPr varScale="1">
        <p:scale>
          <a:sx n="102" d="100"/>
          <a:sy n="10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PythonDS-20 Types of Variables and Methos and Constructors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2333</TotalTime>
  <Words>22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PythonDS-20 Types of Variables and Methos and Constructors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129</cp:revision>
  <dcterms:created xsi:type="dcterms:W3CDTF">2026-01-15T04:12:31Z</dcterms:created>
  <dcterms:modified xsi:type="dcterms:W3CDTF">2026-02-12T11:52:07Z</dcterms:modified>
</cp:coreProperties>
</file>