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2"/>
  </p:notesMasterIdLst>
  <p:handoutMasterIdLst>
    <p:handoutMasterId r:id="rId103"/>
  </p:handoutMasterIdLst>
  <p:sldIdLst>
    <p:sldId id="503" r:id="rId2"/>
    <p:sldId id="300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6" r:id="rId11"/>
    <p:sldId id="371" r:id="rId12"/>
    <p:sldId id="372" r:id="rId13"/>
    <p:sldId id="373" r:id="rId14"/>
    <p:sldId id="374" r:id="rId15"/>
    <p:sldId id="375" r:id="rId16"/>
    <p:sldId id="453" r:id="rId17"/>
    <p:sldId id="304" r:id="rId18"/>
    <p:sldId id="305" r:id="rId19"/>
    <p:sldId id="377" r:id="rId20"/>
    <p:sldId id="378" r:id="rId21"/>
    <p:sldId id="380" r:id="rId22"/>
    <p:sldId id="379" r:id="rId23"/>
    <p:sldId id="381" r:id="rId24"/>
    <p:sldId id="385" r:id="rId25"/>
    <p:sldId id="382" r:id="rId26"/>
    <p:sldId id="383" r:id="rId27"/>
    <p:sldId id="384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57"/>
    <p:sldId id="415" r:id="rId58"/>
    <p:sldId id="416" r:id="rId59"/>
    <p:sldId id="417" r:id="rId60"/>
    <p:sldId id="418" r:id="rId61"/>
    <p:sldId id="419" r:id="rId62"/>
    <p:sldId id="420" r:id="rId63"/>
    <p:sldId id="421" r:id="rId64"/>
    <p:sldId id="422" r:id="rId65"/>
    <p:sldId id="423" r:id="rId66"/>
    <p:sldId id="424" r:id="rId67"/>
    <p:sldId id="425" r:id="rId68"/>
    <p:sldId id="426" r:id="rId69"/>
    <p:sldId id="427" r:id="rId70"/>
    <p:sldId id="428" r:id="rId71"/>
    <p:sldId id="429" r:id="rId72"/>
    <p:sldId id="430" r:id="rId73"/>
    <p:sldId id="431" r:id="rId74"/>
    <p:sldId id="432" r:id="rId75"/>
    <p:sldId id="433" r:id="rId76"/>
    <p:sldId id="434" r:id="rId77"/>
    <p:sldId id="435" r:id="rId78"/>
    <p:sldId id="436" r:id="rId79"/>
    <p:sldId id="437" r:id="rId80"/>
    <p:sldId id="438" r:id="rId81"/>
    <p:sldId id="439" r:id="rId82"/>
    <p:sldId id="440" r:id="rId83"/>
    <p:sldId id="441" r:id="rId84"/>
    <p:sldId id="442" r:id="rId85"/>
    <p:sldId id="443" r:id="rId86"/>
    <p:sldId id="444" r:id="rId87"/>
    <p:sldId id="445" r:id="rId88"/>
    <p:sldId id="446" r:id="rId89"/>
    <p:sldId id="447" r:id="rId90"/>
    <p:sldId id="448" r:id="rId91"/>
    <p:sldId id="449" r:id="rId92"/>
    <p:sldId id="450" r:id="rId93"/>
    <p:sldId id="451" r:id="rId94"/>
    <p:sldId id="452" r:id="rId95"/>
    <p:sldId id="301" r:id="rId96"/>
    <p:sldId id="508" r:id="rId97"/>
    <p:sldId id="509" r:id="rId98"/>
    <p:sldId id="510" r:id="rId99"/>
    <p:sldId id="505" r:id="rId100"/>
    <p:sldId id="506" r:id="rId101"/>
  </p:sldIdLst>
  <p:sldSz cx="9144000" cy="6858000" type="screen4x3"/>
  <p:notesSz cx="6918325" cy="9385300"/>
  <p:custShowLst>
    <p:custShow name="Custom Show 1" id="0">
      <p:sldLst>
        <p:sld r:id="rId3"/>
        <p:sld r:id="rId4"/>
        <p:sld r:id="rId10"/>
        <p:sld r:id="rId11"/>
        <p:sld r:id="rId12"/>
        <p:sld r:id="rId13"/>
        <p:sld r:id="rId14"/>
        <p:sld r:id="rId16"/>
        <p:sld r:id="rId17"/>
        <p:sld r:id="rId18"/>
        <p:sld r:id="rId19"/>
        <p:sld r:id="rId20"/>
        <p:sld r:id="rId21"/>
        <p:sld r:id="rId16"/>
        <p:sld r:id="rId17"/>
        <p:sld r:id="rId18"/>
        <p:sld r:id="rId19"/>
        <p:sld r:id="rId20"/>
        <p:sld r:id="rId21"/>
        <p:sld r:id="rId22"/>
        <p:sld r:id="rId23"/>
        <p:sld r:id="rId96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67"/>
  </p:normalViewPr>
  <p:slideViewPr>
    <p:cSldViewPr snapToGrid="0" snapToObjects="1">
      <p:cViewPr varScale="1">
        <p:scale>
          <a:sx n="84" d="100"/>
          <a:sy n="84" d="100"/>
        </p:scale>
        <p:origin x="19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63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401B653-94E1-808F-AC95-27D7CEB834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72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95" tIns="0" rIns="19595" bIns="0" numCol="1" anchor="t" anchorCtr="0" compatLnSpc="1">
            <a:prstTxWarp prst="textNoShape">
              <a:avLst/>
            </a:prstTxWarp>
          </a:bodyPr>
          <a:lstStyle>
            <a:lvl1pPr defTabSz="939800">
              <a:defRPr sz="1000" b="0"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70B2DC1-12C4-597A-8467-0481DB54190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21125" y="0"/>
            <a:ext cx="29972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95" tIns="0" rIns="19595" bIns="0" numCol="1" anchor="t" anchorCtr="0" compatLnSpc="1">
            <a:prstTxWarp prst="textNoShape">
              <a:avLst/>
            </a:prstTxWarp>
          </a:bodyPr>
          <a:lstStyle>
            <a:lvl1pPr algn="r" defTabSz="939800">
              <a:defRPr sz="1000" b="0"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48A2E3E-CCBE-781F-F3CB-628B2032E4A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35063" y="722313"/>
            <a:ext cx="4648200" cy="34861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7F994DAA-A31E-528B-299C-64CD78ADDD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54525"/>
            <a:ext cx="5073650" cy="4214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08" tIns="47355" rIns="94708" bIns="473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52740D4-2988-807A-2502-A9083ED94B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7463"/>
            <a:ext cx="2997200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95" tIns="0" rIns="19595" bIns="0" numCol="1" anchor="b" anchorCtr="0" compatLnSpc="1">
            <a:prstTxWarp prst="textNoShape">
              <a:avLst/>
            </a:prstTxWarp>
          </a:bodyPr>
          <a:lstStyle>
            <a:lvl1pPr defTabSz="939800">
              <a:defRPr sz="1000" b="0"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244E07E2-4ABD-2847-5854-0A2925455B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1125" y="8907463"/>
            <a:ext cx="2997200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595" tIns="0" rIns="19595" bIns="0" numCol="1" anchor="b" anchorCtr="0" compatLnSpc="1">
            <a:prstTxWarp prst="textNoShape">
              <a:avLst/>
            </a:prstTxWarp>
          </a:bodyPr>
          <a:lstStyle>
            <a:lvl1pPr algn="r" defTabSz="939800">
              <a:defRPr sz="1000" b="0" i="1"/>
            </a:lvl1pPr>
          </a:lstStyle>
          <a:p>
            <a:fld id="{1721E1DB-65D3-1449-AA02-DABBC5B6599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33DC9A2-49FF-523C-D7E2-BC707C1DB8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D14BC5-0F25-D84A-974C-D5BB13CE99E6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06530" name="Rectangle 1026">
            <a:extLst>
              <a:ext uri="{FF2B5EF4-FFF2-40B4-BE49-F238E27FC236}">
                <a16:creationId xmlns:a16="http://schemas.microsoft.com/office/drawing/2014/main" id="{11AC1C47-2212-74AF-E361-DE4038D4C2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 1027">
            <a:extLst>
              <a:ext uri="{FF2B5EF4-FFF2-40B4-BE49-F238E27FC236}">
                <a16:creationId xmlns:a16="http://schemas.microsoft.com/office/drawing/2014/main" id="{D3CDEB14-8210-98CC-2CE2-2AE22FB60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F05FE4E-68E3-5D79-961A-B4AE014E25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169E9B-58EF-6346-A284-BBC4E00D9AC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B388B496-706E-470A-DC8C-57AB982B47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3CBA4AA3-3E53-3B0B-5D76-39B07A7CC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9201FDF-C849-0DDF-3056-D6E4F2BBF2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C95F52-B85C-0649-8ACE-F303BA3CCF4F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29378" name="Rectangle 2">
            <a:extLst>
              <a:ext uri="{FF2B5EF4-FFF2-40B4-BE49-F238E27FC236}">
                <a16:creationId xmlns:a16="http://schemas.microsoft.com/office/drawing/2014/main" id="{ECFBDFF8-22BA-5117-6B77-B645A9CDC6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1135063" y="722313"/>
            <a:ext cx="4648200" cy="34861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3C06E16D-74DB-C8E5-61CF-1504D28A33F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xfrm>
            <a:off x="922338" y="4454525"/>
            <a:ext cx="5073650" cy="42148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9096AD6-3543-E882-E1C8-AA2970974A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E39BFA-5F08-8149-832C-B2FA566C6177}" type="slidenum">
              <a:rPr lang="en-US" altLang="en-US"/>
              <a:pPr/>
              <a:t>95</a:t>
            </a:fld>
            <a:endParaRPr lang="en-US" altLang="en-US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BD940F50-D6FE-9CB0-B072-64CA50B1A7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688233A6-BB0B-56C4-E18F-B1F648271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166C-0582-711E-5F45-17469FE08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A15DA-7A33-A22A-72BD-34A267C30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9BF34-110B-76E1-6036-E5C512FD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0A0D74-44A6-EA48-AC94-00E86AE36239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11316-809D-4930-D7F1-348B946E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62CE8-D683-0DF4-67FF-D0602CC6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3DA0967F-5723-BE48-B0DA-1AD35F0063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40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8485-CF4E-DB88-3654-FC00A014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F53DD-2728-44DA-0170-0A027C97D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670C0-75B6-6A27-E2BD-4DA65A4A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C8211A-9653-8A44-ABE2-3EC3DFDDF346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E2CF3-259C-8540-5261-81DF47CD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B8FF5-A8FE-DCE4-7014-1C773F9F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F2EA3B78-24B5-A643-8012-F8910D64D4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27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9C8D-C99C-2B9B-30C2-3A53D788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AE737-F3FA-8BC3-33F2-BE898417B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07266-0D8B-F8A2-AFCC-D3D54216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C69D27-2FF9-2941-98CA-BC6E93BABB7F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E013A-82DB-C46A-298E-047D9424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90E00-A278-4933-D18C-554943ED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26A28855-FC29-804F-9AD9-763F5BA966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79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7AC9-932C-EF51-18BA-A14153D2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63240-EE16-74BF-23B4-1C422AF59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A4972-8697-D741-7FE0-D5A69AE45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D9BE5-AB22-B37D-BC8E-BA1A1F65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C34118-B236-7D4C-94AC-24FFC7E617A0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8A50A-BEF0-33FE-2AD0-5DA6F3D8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8175A-1BB3-CB42-1133-53A6C8C6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9D1DB283-9975-5445-9D36-6443B87054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474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27C3-15EA-E26D-3642-6FCCDCE6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80653-0571-0075-531E-6413696F4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81E9A-099F-70D9-593A-B22174E4E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6999B-6363-2CEA-7990-588932EB7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4BE68-974A-E71E-4BE6-37690F064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76F11-90C6-02A7-134C-7D8F8DA74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96ADA9-A11A-0941-A444-139B5D80D387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C3214-6078-3697-9EB9-0ED4CC0BB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5FE4E-6451-3E3F-6C87-85A69945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7EFA477D-8333-3F41-97AF-A54308F07FA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38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38F4E-BF50-03D5-2778-80D57DC5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758A4-813E-B5E0-0222-304B130E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FF0E27-51E5-4044-AE00-F34A35968ABB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7E191-9A2D-8BEF-E3A6-539D9089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9AC29-97DC-080E-3AB8-356DECD1F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0DCDD6AE-52AF-EC4D-855F-F23B319636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83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0118B-228C-33E6-8F8E-19C097A5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84F372-BC63-3448-B3D8-7C4C73B8E35D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D4C36-BA12-F4CF-B0E3-341284BF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3C6C8-CDB6-C267-92CD-20CEF9DC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F317D401-E74A-2B4C-8A88-889C5256E3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79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42BEF-75FC-F2AE-E42D-29E6CEE2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00DB9-3670-DD4A-59D6-7C4C113B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9EC4A-A9FF-2424-FE9A-3A691823E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CFEEC-02FD-693A-CC0E-B9E4442C3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92D5D6-90AF-B943-8C78-9844F6F7D296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12510-D9F2-24C5-D63E-AF68705B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AA184-A598-9599-4800-958E526D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7F006069-DD48-0C44-A985-BC6AF65A5E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36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9EE-B752-9B31-7623-A0AE4676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0B58C-CCD3-289B-233F-60C7313A9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B9674-13F5-B533-B80C-40BA31EDE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2B0C-0B95-5214-6C02-9C905E9E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7D0B7B-8CEC-E04E-BA65-94BD514BF709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C24DF-3DA0-0482-C6BB-3B7CFEB5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B136-DB4C-8914-980F-8A0D050C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BD35AE7B-896D-FC44-8F6E-2BEA7369EC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2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C663-C925-0645-5E1D-FD960D1D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E7579-33C9-26B2-414C-761714731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7049-330A-BFA9-E91A-F6600C9B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92ABD4-38F3-B14E-AA3D-BA23EB6B9E4E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54241-7E99-0937-866D-D9DF31A6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32980-E9B3-F217-731B-E635E11D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326D4EF9-A414-B74F-BD18-0BF4443155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05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18172-3BB8-8937-5152-4138E09AF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CB055-74BC-2872-4D84-DAFC59BD0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2289E-B304-344D-47B6-E894CF95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7BD2DB-DF56-9A49-A6C9-C4880F87737F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D4931-9DDD-0E61-FC7B-8928AE7B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329CD-3247-5BC6-658E-C8422499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</a:t>
            </a:r>
            <a:fld id="{2954E5BA-CE5F-E84C-8296-110552F39C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27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BFB59C-7D5E-E89D-B616-58D3623F9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64" tIns="46033" rIns="92064" bIns="460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6BE540F-0A0B-5D58-92B6-BEC17DADC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64" tIns="46033" rIns="92064" bIns="460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6D307A-D7FB-5FFF-6E35-E377E7207B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64" tIns="46033" rIns="92064" bIns="46033" numCol="1" anchor="ctr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fld id="{6A375A36-9418-C745-A0C6-EB9E5EFCEDC3}" type="datetime1">
              <a:rPr lang="en-US" altLang="en-US"/>
              <a:pPr/>
              <a:t>2/19/26</a:t>
            </a:fld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1A98B85-4ABA-0C29-669D-00DCEFEE8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64" tIns="46033" rIns="92064" bIns="46033" numCol="1" anchor="ctr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5FDE52-68EA-609D-BEF0-9F1F3EBFF9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64" tIns="46033" rIns="92064" bIns="46033" numCol="1" anchor="ctr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r>
              <a:rPr lang="en-US" altLang="en-US"/>
              <a:t>Slide </a:t>
            </a:r>
            <a:fld id="{886D3AAC-A694-1A45-9129-3E860D38F6C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6ECC0F6-D396-BD11-DC5B-D53C3A82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3" y="23813"/>
            <a:ext cx="9094787" cy="6808787"/>
          </a:xfrm>
          <a:prstGeom prst="rect">
            <a:avLst/>
          </a:prstGeom>
          <a:noFill/>
          <a:ln w="47625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02846782-D17F-8003-CCFF-D5A32AB156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3200"/>
              <a:t>Bubble 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80" name="Rectangle 32">
            <a:extLst>
              <a:ext uri="{FF2B5EF4-FFF2-40B4-BE49-F238E27FC236}">
                <a16:creationId xmlns:a16="http://schemas.microsoft.com/office/drawing/2014/main" id="{2B4D8109-DEC7-46BB-A640-128B9DBA4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Sorting</a:t>
            </a:r>
          </a:p>
        </p:txBody>
      </p:sp>
      <p:sp>
        <p:nvSpPr>
          <p:cNvPr id="78881" name="Rectangle 33">
            <a:extLst>
              <a:ext uri="{FF2B5EF4-FFF2-40B4-BE49-F238E27FC236}">
                <a16:creationId xmlns:a16="http://schemas.microsoft.com/office/drawing/2014/main" id="{419957AF-E000-2F48-DE13-C076EE7C5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altLang="en-US" sz="2800" b="1" dirty="0"/>
              <a:t>Sorting takes an unordered collection and makes it an ordered one.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0D296FB0-A0F3-62DA-E010-3329149AE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3203575"/>
            <a:ext cx="6518275" cy="71596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Line 5">
            <a:extLst>
              <a:ext uri="{FF2B5EF4-FFF2-40B4-BE49-F238E27FC236}">
                <a16:creationId xmlns:a16="http://schemas.microsoft.com/office/drawing/2014/main" id="{80181EDE-FE02-2779-0CBB-515929E819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3198813"/>
            <a:ext cx="0" cy="7127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Line 6">
            <a:extLst>
              <a:ext uri="{FF2B5EF4-FFF2-40B4-BE49-F238E27FC236}">
                <a16:creationId xmlns:a16="http://schemas.microsoft.com/office/drawing/2014/main" id="{02717F87-5B31-341D-2F39-5766AAEF9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3198813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5" name="Line 7">
            <a:extLst>
              <a:ext uri="{FF2B5EF4-FFF2-40B4-BE49-F238E27FC236}">
                <a16:creationId xmlns:a16="http://schemas.microsoft.com/office/drawing/2014/main" id="{08B6F6D0-412F-CE4B-A28D-723ADA619C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3198813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6" name="Line 8">
            <a:extLst>
              <a:ext uri="{FF2B5EF4-FFF2-40B4-BE49-F238E27FC236}">
                <a16:creationId xmlns:a16="http://schemas.microsoft.com/office/drawing/2014/main" id="{7E32527A-D640-F9C2-CFD1-F8448BA2C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3198813"/>
            <a:ext cx="0" cy="725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7" name="Line 9">
            <a:extLst>
              <a:ext uri="{FF2B5EF4-FFF2-40B4-BE49-F238E27FC236}">
                <a16:creationId xmlns:a16="http://schemas.microsoft.com/office/drawing/2014/main" id="{9D7AB94F-9745-E1BD-5F67-11E4E9697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3211513"/>
            <a:ext cx="0" cy="700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Rectangle 10">
            <a:extLst>
              <a:ext uri="{FF2B5EF4-FFF2-40B4-BE49-F238E27FC236}">
                <a16:creationId xmlns:a16="http://schemas.microsoft.com/office/drawing/2014/main" id="{D0124333-66B2-DDB1-0F30-43E93DD9E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3378200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78859" name="Rectangle 11">
            <a:extLst>
              <a:ext uri="{FF2B5EF4-FFF2-40B4-BE49-F238E27FC236}">
                <a16:creationId xmlns:a16="http://schemas.microsoft.com/office/drawing/2014/main" id="{C57503C1-D4B7-D7A4-A9B5-A87DEA30B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336550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78860" name="Rectangle 12">
            <a:extLst>
              <a:ext uri="{FF2B5EF4-FFF2-40B4-BE49-F238E27FC236}">
                <a16:creationId xmlns:a16="http://schemas.microsoft.com/office/drawing/2014/main" id="{460BE76F-2644-C9C2-285A-A8426B4B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337820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78861" name="Rectangle 13">
            <a:extLst>
              <a:ext uri="{FF2B5EF4-FFF2-40B4-BE49-F238E27FC236}">
                <a16:creationId xmlns:a16="http://schemas.microsoft.com/office/drawing/2014/main" id="{ACCABCA0-1467-5EF3-FC8E-FFF001C37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37820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78862" name="Rectangle 14">
            <a:extLst>
              <a:ext uri="{FF2B5EF4-FFF2-40B4-BE49-F238E27FC236}">
                <a16:creationId xmlns:a16="http://schemas.microsoft.com/office/drawing/2014/main" id="{6465BE4F-947D-3FDC-57D7-571DFDC6D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3392488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78863" name="Rectangle 15">
            <a:extLst>
              <a:ext uri="{FF2B5EF4-FFF2-40B4-BE49-F238E27FC236}">
                <a16:creationId xmlns:a16="http://schemas.microsoft.com/office/drawing/2014/main" id="{9BD72BA9-5353-E887-30EF-8695EFFFD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3363913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78864" name="Rectangle 16">
            <a:extLst>
              <a:ext uri="{FF2B5EF4-FFF2-40B4-BE49-F238E27FC236}">
                <a16:creationId xmlns:a16="http://schemas.microsoft.com/office/drawing/2014/main" id="{91098AE4-14FF-FB54-F086-B18A8E1B2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816475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1          2          3           4           5            6</a:t>
            </a:r>
            <a:endParaRPr lang="en-US" altLang="en-US" b="0"/>
          </a:p>
        </p:txBody>
      </p:sp>
      <p:grpSp>
        <p:nvGrpSpPr>
          <p:cNvPr id="78865" name="Group 17">
            <a:extLst>
              <a:ext uri="{FF2B5EF4-FFF2-40B4-BE49-F238E27FC236}">
                <a16:creationId xmlns:a16="http://schemas.microsoft.com/office/drawing/2014/main" id="{CE234AC5-F312-56B7-A8C0-F76EB7C2302B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5224463"/>
            <a:ext cx="6518275" cy="723900"/>
            <a:chOff x="539" y="3921"/>
            <a:chExt cx="3074" cy="608"/>
          </a:xfrm>
        </p:grpSpPr>
        <p:sp>
          <p:nvSpPr>
            <p:cNvPr id="78866" name="Rectangle 18">
              <a:extLst>
                <a:ext uri="{FF2B5EF4-FFF2-40B4-BE49-F238E27FC236}">
                  <a16:creationId xmlns:a16="http://schemas.microsoft.com/office/drawing/2014/main" id="{6BF5E199-5277-955C-3AD4-8061E6622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925"/>
              <a:ext cx="3074" cy="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7" name="Line 19">
              <a:extLst>
                <a:ext uri="{FF2B5EF4-FFF2-40B4-BE49-F238E27FC236}">
                  <a16:creationId xmlns:a16="http://schemas.microsoft.com/office/drawing/2014/main" id="{AF7AB660-58FF-6B23-C12C-2298BF958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3921"/>
              <a:ext cx="0" cy="5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8" name="Line 20">
              <a:extLst>
                <a:ext uri="{FF2B5EF4-FFF2-40B4-BE49-F238E27FC236}">
                  <a16:creationId xmlns:a16="http://schemas.microsoft.com/office/drawing/2014/main" id="{EA72F224-0ABA-4BFF-E7A5-01CFD314C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5" y="3921"/>
              <a:ext cx="0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69" name="Line 21">
              <a:extLst>
                <a:ext uri="{FF2B5EF4-FFF2-40B4-BE49-F238E27FC236}">
                  <a16:creationId xmlns:a16="http://schemas.microsoft.com/office/drawing/2014/main" id="{D12B9D36-3E2D-8B06-0891-2E3EA3978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5" y="3921"/>
              <a:ext cx="0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70" name="Line 22">
              <a:extLst>
                <a:ext uri="{FF2B5EF4-FFF2-40B4-BE49-F238E27FC236}">
                  <a16:creationId xmlns:a16="http://schemas.microsoft.com/office/drawing/2014/main" id="{5E0A1359-0D06-0E01-C7E7-2FF09233E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8" y="3921"/>
              <a:ext cx="0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71" name="Line 23">
              <a:extLst>
                <a:ext uri="{FF2B5EF4-FFF2-40B4-BE49-F238E27FC236}">
                  <a16:creationId xmlns:a16="http://schemas.microsoft.com/office/drawing/2014/main" id="{3717237E-309D-1F51-5E20-98856D0E1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" y="3932"/>
              <a:ext cx="0" cy="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72" name="Rectangle 24">
              <a:extLst>
                <a:ext uri="{FF2B5EF4-FFF2-40B4-BE49-F238E27FC236}">
                  <a16:creationId xmlns:a16="http://schemas.microsoft.com/office/drawing/2014/main" id="{F71ADDB8-7531-8BB1-84EB-ED52C80ED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4061"/>
              <a:ext cx="16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5</a:t>
              </a:r>
              <a:endParaRPr lang="en-US" altLang="en-US" b="0"/>
            </a:p>
          </p:txBody>
        </p:sp>
        <p:sp>
          <p:nvSpPr>
            <p:cNvPr id="78873" name="Rectangle 25">
              <a:extLst>
                <a:ext uri="{FF2B5EF4-FFF2-40B4-BE49-F238E27FC236}">
                  <a16:creationId xmlns:a16="http://schemas.microsoft.com/office/drawing/2014/main" id="{29FBDFB0-6538-2559-AE2D-191A83B40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" y="405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78874" name="Rectangle 26">
              <a:extLst>
                <a:ext uri="{FF2B5EF4-FFF2-40B4-BE49-F238E27FC236}">
                  <a16:creationId xmlns:a16="http://schemas.microsoft.com/office/drawing/2014/main" id="{3343581F-AC43-29A4-13CC-A4C06267F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6" y="404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35</a:t>
              </a:r>
              <a:endParaRPr lang="en-US" altLang="en-US" b="0"/>
            </a:p>
          </p:txBody>
        </p:sp>
        <p:sp>
          <p:nvSpPr>
            <p:cNvPr id="78875" name="Rectangle 27">
              <a:extLst>
                <a:ext uri="{FF2B5EF4-FFF2-40B4-BE49-F238E27FC236}">
                  <a16:creationId xmlns:a16="http://schemas.microsoft.com/office/drawing/2014/main" id="{5B173740-1AF0-5D83-828A-D690F8622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4061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42</a:t>
              </a:r>
              <a:endParaRPr lang="en-US" altLang="en-US" b="0"/>
            </a:p>
          </p:txBody>
        </p:sp>
        <p:sp>
          <p:nvSpPr>
            <p:cNvPr id="78876" name="Rectangle 28">
              <a:extLst>
                <a:ext uri="{FF2B5EF4-FFF2-40B4-BE49-F238E27FC236}">
                  <a16:creationId xmlns:a16="http://schemas.microsoft.com/office/drawing/2014/main" id="{0DB6F402-0A22-A3D9-F58D-923C11103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4050"/>
              <a:ext cx="24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77</a:t>
              </a:r>
              <a:endParaRPr lang="en-US" altLang="en-US" b="0"/>
            </a:p>
          </p:txBody>
        </p:sp>
        <p:sp>
          <p:nvSpPr>
            <p:cNvPr id="78877" name="Rectangle 29">
              <a:extLst>
                <a:ext uri="{FF2B5EF4-FFF2-40B4-BE49-F238E27FC236}">
                  <a16:creationId xmlns:a16="http://schemas.microsoft.com/office/drawing/2014/main" id="{A0102826-EEE1-6F7B-70E7-A3BE35CEC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" y="4050"/>
              <a:ext cx="32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101</a:t>
              </a:r>
              <a:endParaRPr lang="en-US" altLang="en-US" b="0"/>
            </a:p>
          </p:txBody>
        </p:sp>
      </p:grpSp>
      <p:sp>
        <p:nvSpPr>
          <p:cNvPr id="78878" name="Rectangle 30">
            <a:extLst>
              <a:ext uri="{FF2B5EF4-FFF2-40B4-BE49-F238E27FC236}">
                <a16:creationId xmlns:a16="http://schemas.microsoft.com/office/drawing/2014/main" id="{727D3863-DABE-FC65-D93F-9BB314A55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43200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78882" name="Line 34">
            <a:extLst>
              <a:ext uri="{FF2B5EF4-FFF2-40B4-BE49-F238E27FC236}">
                <a16:creationId xmlns:a16="http://schemas.microsoft.com/office/drawing/2014/main" id="{EBBDCD2F-4EA4-CFA0-5D4E-9B1425D220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094163"/>
            <a:ext cx="0" cy="900112"/>
          </a:xfrm>
          <a:prstGeom prst="line">
            <a:avLst/>
          </a:prstGeom>
          <a:noFill/>
          <a:ln w="76200">
            <a:solidFill>
              <a:srgbClr val="FF0033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95D8DB28-065E-D14F-4666-9F8BCF526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E126762D-51EA-0D2C-326C-994574B09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</a:t>
            </a:r>
            <a:r>
              <a:rPr lang="en-US" altLang="en-US" b="1">
                <a:solidFill>
                  <a:srgbClr val="3333FF"/>
                </a:solidFill>
              </a:rPr>
              <a:t>largest value</a:t>
            </a:r>
            <a:r>
              <a:rPr lang="en-US" altLang="en-US" b="1"/>
              <a:t> to the end using </a:t>
            </a:r>
            <a:r>
              <a:rPr lang="en-US" altLang="en-US" b="1">
                <a:solidFill>
                  <a:srgbClr val="3333FF"/>
                </a:solidFill>
              </a:rPr>
              <a:t>pair-wise comparisons and swapping</a:t>
            </a:r>
          </a:p>
        </p:txBody>
      </p:sp>
      <p:sp>
        <p:nvSpPr>
          <p:cNvPr id="210948" name="Rectangle 4">
            <a:extLst>
              <a:ext uri="{FF2B5EF4-FFF2-40B4-BE49-F238E27FC236}">
                <a16:creationId xmlns:a16="http://schemas.microsoft.com/office/drawing/2014/main" id="{0024089A-2EE7-957E-1FAA-65263C997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49" name="Line 5">
            <a:extLst>
              <a:ext uri="{FF2B5EF4-FFF2-40B4-BE49-F238E27FC236}">
                <a16:creationId xmlns:a16="http://schemas.microsoft.com/office/drawing/2014/main" id="{5F25D4FE-F3C8-E630-7FBE-9A1F85B20A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0" name="Line 6">
            <a:extLst>
              <a:ext uri="{FF2B5EF4-FFF2-40B4-BE49-F238E27FC236}">
                <a16:creationId xmlns:a16="http://schemas.microsoft.com/office/drawing/2014/main" id="{A6046525-0CDC-F39B-F2D1-5343CC2A3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1" name="Line 7">
            <a:extLst>
              <a:ext uri="{FF2B5EF4-FFF2-40B4-BE49-F238E27FC236}">
                <a16:creationId xmlns:a16="http://schemas.microsoft.com/office/drawing/2014/main" id="{2AC142AC-6A21-11B1-89D2-CD60629E9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2" name="Line 8">
            <a:extLst>
              <a:ext uri="{FF2B5EF4-FFF2-40B4-BE49-F238E27FC236}">
                <a16:creationId xmlns:a16="http://schemas.microsoft.com/office/drawing/2014/main" id="{A51D7FAC-D335-DF8C-7898-B5824414B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3" name="Line 9">
            <a:extLst>
              <a:ext uri="{FF2B5EF4-FFF2-40B4-BE49-F238E27FC236}">
                <a16:creationId xmlns:a16="http://schemas.microsoft.com/office/drawing/2014/main" id="{E503BB68-678E-D632-5DC6-F8F87E4EC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4" name="Rectangle 10">
            <a:extLst>
              <a:ext uri="{FF2B5EF4-FFF2-40B4-BE49-F238E27FC236}">
                <a16:creationId xmlns:a16="http://schemas.microsoft.com/office/drawing/2014/main" id="{63B17008-5881-CABD-10F9-6EC396BE7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0955" name="Rectangle 11">
            <a:extLst>
              <a:ext uri="{FF2B5EF4-FFF2-40B4-BE49-F238E27FC236}">
                <a16:creationId xmlns:a16="http://schemas.microsoft.com/office/drawing/2014/main" id="{76B582DB-208B-705C-F819-C71625253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C351CD88-03C7-A893-2E16-8D84258E2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6A94AFF1-1C0F-2EAB-4BEA-9CA0636A5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280B1FD2-D5C2-50DD-8A4A-F8479BDF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748D3851-CA9D-4851-A7A9-BFC683EA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90AE20C5-7DCD-941B-8BED-4A511B60D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050">
            <a:extLst>
              <a:ext uri="{FF2B5EF4-FFF2-40B4-BE49-F238E27FC236}">
                <a16:creationId xmlns:a16="http://schemas.microsoft.com/office/drawing/2014/main" id="{D24244BA-D88C-C456-DC79-9956D745C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1971" name="Rectangle 2051">
            <a:extLst>
              <a:ext uri="{FF2B5EF4-FFF2-40B4-BE49-F238E27FC236}">
                <a16:creationId xmlns:a16="http://schemas.microsoft.com/office/drawing/2014/main" id="{F14B7439-2482-368D-67E2-743CE0ADA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1972" name="Rectangle 2052">
            <a:extLst>
              <a:ext uri="{FF2B5EF4-FFF2-40B4-BE49-F238E27FC236}">
                <a16:creationId xmlns:a16="http://schemas.microsoft.com/office/drawing/2014/main" id="{07D284BC-75E4-E4F5-F65D-C45623B8C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3" name="Line 2053">
            <a:extLst>
              <a:ext uri="{FF2B5EF4-FFF2-40B4-BE49-F238E27FC236}">
                <a16:creationId xmlns:a16="http://schemas.microsoft.com/office/drawing/2014/main" id="{41E76DF3-1CC4-D312-E441-9FD8C6D9B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4" name="Line 2054">
            <a:extLst>
              <a:ext uri="{FF2B5EF4-FFF2-40B4-BE49-F238E27FC236}">
                <a16:creationId xmlns:a16="http://schemas.microsoft.com/office/drawing/2014/main" id="{B264585D-203E-B145-72AD-95CF4EE94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5" name="Line 2055">
            <a:extLst>
              <a:ext uri="{FF2B5EF4-FFF2-40B4-BE49-F238E27FC236}">
                <a16:creationId xmlns:a16="http://schemas.microsoft.com/office/drawing/2014/main" id="{423A0404-4CD2-7E1B-700B-A512B6833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6" name="Line 2056">
            <a:extLst>
              <a:ext uri="{FF2B5EF4-FFF2-40B4-BE49-F238E27FC236}">
                <a16:creationId xmlns:a16="http://schemas.microsoft.com/office/drawing/2014/main" id="{D40E6AE7-8FAE-0306-CFC3-66CD787EE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7" name="Line 2057">
            <a:extLst>
              <a:ext uri="{FF2B5EF4-FFF2-40B4-BE49-F238E27FC236}">
                <a16:creationId xmlns:a16="http://schemas.microsoft.com/office/drawing/2014/main" id="{4C718BBC-77C4-BFFD-2506-443D5B703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8" name="Rectangle 2058">
            <a:extLst>
              <a:ext uri="{FF2B5EF4-FFF2-40B4-BE49-F238E27FC236}">
                <a16:creationId xmlns:a16="http://schemas.microsoft.com/office/drawing/2014/main" id="{243A50D9-C338-C770-BEA1-B00099B6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1979" name="Rectangle 2059">
            <a:extLst>
              <a:ext uri="{FF2B5EF4-FFF2-40B4-BE49-F238E27FC236}">
                <a16:creationId xmlns:a16="http://schemas.microsoft.com/office/drawing/2014/main" id="{EA3814B5-9A3C-5691-A040-A3D095F23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1980" name="Rectangle 2060">
            <a:extLst>
              <a:ext uri="{FF2B5EF4-FFF2-40B4-BE49-F238E27FC236}">
                <a16:creationId xmlns:a16="http://schemas.microsoft.com/office/drawing/2014/main" id="{EA36FB76-AE4B-1634-0779-5AB32BCB0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1981" name="Rectangle 2061">
            <a:extLst>
              <a:ext uri="{FF2B5EF4-FFF2-40B4-BE49-F238E27FC236}">
                <a16:creationId xmlns:a16="http://schemas.microsoft.com/office/drawing/2014/main" id="{BDF8BC10-DD11-47D6-A31A-D6BC0E722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42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1982" name="Rectangle 2062">
            <a:extLst>
              <a:ext uri="{FF2B5EF4-FFF2-40B4-BE49-F238E27FC236}">
                <a16:creationId xmlns:a16="http://schemas.microsoft.com/office/drawing/2014/main" id="{3B8EA274-5719-A115-C0AA-BA3E37414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1983" name="Rectangle 2063">
            <a:extLst>
              <a:ext uri="{FF2B5EF4-FFF2-40B4-BE49-F238E27FC236}">
                <a16:creationId xmlns:a16="http://schemas.microsoft.com/office/drawing/2014/main" id="{A4EF5C22-CDF7-7467-E7D8-3DEC7DE9D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1984" name="Rectangle 2064">
            <a:extLst>
              <a:ext uri="{FF2B5EF4-FFF2-40B4-BE49-F238E27FC236}">
                <a16:creationId xmlns:a16="http://schemas.microsoft.com/office/drawing/2014/main" id="{EA54808B-FD96-F04A-0139-272BEF56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1985" name="Rectangle 2065">
            <a:extLst>
              <a:ext uri="{FF2B5EF4-FFF2-40B4-BE49-F238E27FC236}">
                <a16:creationId xmlns:a16="http://schemas.microsoft.com/office/drawing/2014/main" id="{0C7299FB-0E40-478A-6252-FD1D0713D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86" name="Rectangle 2066">
            <a:extLst>
              <a:ext uri="{FF2B5EF4-FFF2-40B4-BE49-F238E27FC236}">
                <a16:creationId xmlns:a16="http://schemas.microsoft.com/office/drawing/2014/main" id="{AC941CDF-671B-4050-4365-7C6FA2BA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87" name="AutoShape 2067">
            <a:extLst>
              <a:ext uri="{FF2B5EF4-FFF2-40B4-BE49-F238E27FC236}">
                <a16:creationId xmlns:a16="http://schemas.microsoft.com/office/drawing/2014/main" id="{300475C4-9D6E-C0B3-ABF9-5965469E1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238" y="4132263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1990" name="Group 2070">
            <a:extLst>
              <a:ext uri="{FF2B5EF4-FFF2-40B4-BE49-F238E27FC236}">
                <a16:creationId xmlns:a16="http://schemas.microsoft.com/office/drawing/2014/main" id="{610681CB-2842-6A83-D1BD-C64594617DE8}"/>
              </a:ext>
            </a:extLst>
          </p:cNvPr>
          <p:cNvGrpSpPr>
            <a:grpSpLocks/>
          </p:cNvGrpSpPr>
          <p:nvPr/>
        </p:nvGrpSpPr>
        <p:grpSpPr bwMode="auto">
          <a:xfrm>
            <a:off x="1206500" y="4595813"/>
            <a:ext cx="2019300" cy="708025"/>
            <a:chOff x="760" y="2895"/>
            <a:chExt cx="1272" cy="446"/>
          </a:xfrm>
        </p:grpSpPr>
        <p:sp>
          <p:nvSpPr>
            <p:cNvPr id="211988" name="Rectangle 2068">
              <a:extLst>
                <a:ext uri="{FF2B5EF4-FFF2-40B4-BE49-F238E27FC236}">
                  <a16:creationId xmlns:a16="http://schemas.microsoft.com/office/drawing/2014/main" id="{E20AA295-5329-86A2-9C1F-FBAE6044D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42</a:t>
              </a:r>
            </a:p>
          </p:txBody>
        </p:sp>
        <p:sp>
          <p:nvSpPr>
            <p:cNvPr id="211989" name="Rectangle 2069">
              <a:extLst>
                <a:ext uri="{FF2B5EF4-FFF2-40B4-BE49-F238E27FC236}">
                  <a16:creationId xmlns:a16="http://schemas.microsoft.com/office/drawing/2014/main" id="{C1D191C8-FB1C-144D-FEBB-6B08E4B21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8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E97684E9-69FD-3527-F2BD-1FE661780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02A1525E-C338-C843-337B-3FCDC0ED4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B1BF51DB-FC2E-B9C1-A314-53FBD88B7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7" name="Line 5">
            <a:extLst>
              <a:ext uri="{FF2B5EF4-FFF2-40B4-BE49-F238E27FC236}">
                <a16:creationId xmlns:a16="http://schemas.microsoft.com/office/drawing/2014/main" id="{9E350728-33E2-20B6-2805-73EBAC18E6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8" name="Line 6">
            <a:extLst>
              <a:ext uri="{FF2B5EF4-FFF2-40B4-BE49-F238E27FC236}">
                <a16:creationId xmlns:a16="http://schemas.microsoft.com/office/drawing/2014/main" id="{C28AA8EE-CA3C-F019-7A52-4CF555A51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9" name="Line 7">
            <a:extLst>
              <a:ext uri="{FF2B5EF4-FFF2-40B4-BE49-F238E27FC236}">
                <a16:creationId xmlns:a16="http://schemas.microsoft.com/office/drawing/2014/main" id="{596CFEBD-574B-37CD-2FF8-5DF77DDA3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00" name="Line 8">
            <a:extLst>
              <a:ext uri="{FF2B5EF4-FFF2-40B4-BE49-F238E27FC236}">
                <a16:creationId xmlns:a16="http://schemas.microsoft.com/office/drawing/2014/main" id="{7DDB0DD7-27DD-190D-ECC5-4B715CE0A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01" name="Line 9">
            <a:extLst>
              <a:ext uri="{FF2B5EF4-FFF2-40B4-BE49-F238E27FC236}">
                <a16:creationId xmlns:a16="http://schemas.microsoft.com/office/drawing/2014/main" id="{A2F5DFAA-2EF8-D34C-EBD5-AF168BAD88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02" name="Rectangle 10">
            <a:extLst>
              <a:ext uri="{FF2B5EF4-FFF2-40B4-BE49-F238E27FC236}">
                <a16:creationId xmlns:a16="http://schemas.microsoft.com/office/drawing/2014/main" id="{2A813C8C-CC29-A28B-CE6F-21F4A2DDB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3003" name="Rectangle 11">
            <a:extLst>
              <a:ext uri="{FF2B5EF4-FFF2-40B4-BE49-F238E27FC236}">
                <a16:creationId xmlns:a16="http://schemas.microsoft.com/office/drawing/2014/main" id="{80018CBE-8B93-4DB1-8113-D90CEA1AD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3004" name="Rectangle 12">
            <a:extLst>
              <a:ext uri="{FF2B5EF4-FFF2-40B4-BE49-F238E27FC236}">
                <a16:creationId xmlns:a16="http://schemas.microsoft.com/office/drawing/2014/main" id="{AED0855A-5639-E6F2-7FAF-6E055FB5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35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3005" name="Rectangle 13">
            <a:extLst>
              <a:ext uri="{FF2B5EF4-FFF2-40B4-BE49-F238E27FC236}">
                <a16:creationId xmlns:a16="http://schemas.microsoft.com/office/drawing/2014/main" id="{4F2D4270-649E-539C-0399-1CD291833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3006" name="Rectangle 14">
            <a:extLst>
              <a:ext uri="{FF2B5EF4-FFF2-40B4-BE49-F238E27FC236}">
                <a16:creationId xmlns:a16="http://schemas.microsoft.com/office/drawing/2014/main" id="{9B2FE5D6-5F25-2AD3-04FA-28802975C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3007" name="Rectangle 15">
            <a:extLst>
              <a:ext uri="{FF2B5EF4-FFF2-40B4-BE49-F238E27FC236}">
                <a16:creationId xmlns:a16="http://schemas.microsoft.com/office/drawing/2014/main" id="{85028D01-4DC6-3276-0582-AC9747DB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3008" name="Rectangle 16">
            <a:extLst>
              <a:ext uri="{FF2B5EF4-FFF2-40B4-BE49-F238E27FC236}">
                <a16:creationId xmlns:a16="http://schemas.microsoft.com/office/drawing/2014/main" id="{ED3FD9BD-DE97-0E1A-780B-BF53911D4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3009" name="Rectangle 17">
            <a:extLst>
              <a:ext uri="{FF2B5EF4-FFF2-40B4-BE49-F238E27FC236}">
                <a16:creationId xmlns:a16="http://schemas.microsoft.com/office/drawing/2014/main" id="{C0BF8E95-106A-6B2C-107E-69E30DDF8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10" name="Rectangle 18">
            <a:extLst>
              <a:ext uri="{FF2B5EF4-FFF2-40B4-BE49-F238E27FC236}">
                <a16:creationId xmlns:a16="http://schemas.microsoft.com/office/drawing/2014/main" id="{05E965E6-B0DF-318D-9293-98B4F64A8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138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11" name="AutoShape 19">
            <a:extLst>
              <a:ext uri="{FF2B5EF4-FFF2-40B4-BE49-F238E27FC236}">
                <a16:creationId xmlns:a16="http://schemas.microsoft.com/office/drawing/2014/main" id="{89D90533-81D4-1BC1-50CE-6C5DDAF55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4141788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3012" name="Group 20">
            <a:extLst>
              <a:ext uri="{FF2B5EF4-FFF2-40B4-BE49-F238E27FC236}">
                <a16:creationId xmlns:a16="http://schemas.microsoft.com/office/drawing/2014/main" id="{698DCC10-21DF-A76F-1FC4-D328C699C45F}"/>
              </a:ext>
            </a:extLst>
          </p:cNvPr>
          <p:cNvGrpSpPr>
            <a:grpSpLocks/>
          </p:cNvGrpSpPr>
          <p:nvPr/>
        </p:nvGrpSpPr>
        <p:grpSpPr bwMode="auto">
          <a:xfrm>
            <a:off x="2257425" y="4605338"/>
            <a:ext cx="2019300" cy="708025"/>
            <a:chOff x="760" y="2895"/>
            <a:chExt cx="1272" cy="446"/>
          </a:xfrm>
        </p:grpSpPr>
        <p:sp>
          <p:nvSpPr>
            <p:cNvPr id="213013" name="Rectangle 21">
              <a:extLst>
                <a:ext uri="{FF2B5EF4-FFF2-40B4-BE49-F238E27FC236}">
                  <a16:creationId xmlns:a16="http://schemas.microsoft.com/office/drawing/2014/main" id="{0611B572-D7A1-D1C4-726E-5A76D3E9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35</a:t>
              </a:r>
            </a:p>
          </p:txBody>
        </p:sp>
        <p:sp>
          <p:nvSpPr>
            <p:cNvPr id="213014" name="Rectangle 22">
              <a:extLst>
                <a:ext uri="{FF2B5EF4-FFF2-40B4-BE49-F238E27FC236}">
                  <a16:creationId xmlns:a16="http://schemas.microsoft.com/office/drawing/2014/main" id="{9889E21D-006D-35CE-65B2-6AD9A460F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11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9AC01D71-63CD-94AB-EC95-B837C6F54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DD6B9C52-16D6-05F0-C9ED-1612E3F66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4020" name="Rectangle 4">
            <a:extLst>
              <a:ext uri="{FF2B5EF4-FFF2-40B4-BE49-F238E27FC236}">
                <a16:creationId xmlns:a16="http://schemas.microsoft.com/office/drawing/2014/main" id="{27C1F1AF-1D4A-300B-20D5-15874FBFE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1" name="Line 5">
            <a:extLst>
              <a:ext uri="{FF2B5EF4-FFF2-40B4-BE49-F238E27FC236}">
                <a16:creationId xmlns:a16="http://schemas.microsoft.com/office/drawing/2014/main" id="{ED856A5B-5921-4F3D-62D7-C08DBD8EB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" name="Line 6">
            <a:extLst>
              <a:ext uri="{FF2B5EF4-FFF2-40B4-BE49-F238E27FC236}">
                <a16:creationId xmlns:a16="http://schemas.microsoft.com/office/drawing/2014/main" id="{2A8BFEF2-B12C-A7B1-3997-B53935A13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3" name="Line 7">
            <a:extLst>
              <a:ext uri="{FF2B5EF4-FFF2-40B4-BE49-F238E27FC236}">
                <a16:creationId xmlns:a16="http://schemas.microsoft.com/office/drawing/2014/main" id="{5F53C22E-FB7A-FAB6-D6E8-D9386A452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4" name="Line 8">
            <a:extLst>
              <a:ext uri="{FF2B5EF4-FFF2-40B4-BE49-F238E27FC236}">
                <a16:creationId xmlns:a16="http://schemas.microsoft.com/office/drawing/2014/main" id="{3882D5D3-F5B1-847E-F257-396306B25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5" name="Line 9">
            <a:extLst>
              <a:ext uri="{FF2B5EF4-FFF2-40B4-BE49-F238E27FC236}">
                <a16:creationId xmlns:a16="http://schemas.microsoft.com/office/drawing/2014/main" id="{6E5416E5-A19F-4D67-7612-E71FA4C8E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6" name="Rectangle 10">
            <a:extLst>
              <a:ext uri="{FF2B5EF4-FFF2-40B4-BE49-F238E27FC236}">
                <a16:creationId xmlns:a16="http://schemas.microsoft.com/office/drawing/2014/main" id="{349A0890-A1D0-9EE3-4826-08A3B21F9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4027" name="Rectangle 11">
            <a:extLst>
              <a:ext uri="{FF2B5EF4-FFF2-40B4-BE49-F238E27FC236}">
                <a16:creationId xmlns:a16="http://schemas.microsoft.com/office/drawing/2014/main" id="{D37FE68B-8334-FB6C-F9E6-1D27586EE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12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4028" name="Rectangle 12">
            <a:extLst>
              <a:ext uri="{FF2B5EF4-FFF2-40B4-BE49-F238E27FC236}">
                <a16:creationId xmlns:a16="http://schemas.microsoft.com/office/drawing/2014/main" id="{AE9D1CA9-F645-13CA-6E16-78FDF1FD7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4029" name="Rectangle 13">
            <a:extLst>
              <a:ext uri="{FF2B5EF4-FFF2-40B4-BE49-F238E27FC236}">
                <a16:creationId xmlns:a16="http://schemas.microsoft.com/office/drawing/2014/main" id="{C118DC01-12EB-9DDD-6A3D-A07F88FDF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4030" name="Rectangle 14">
            <a:extLst>
              <a:ext uri="{FF2B5EF4-FFF2-40B4-BE49-F238E27FC236}">
                <a16:creationId xmlns:a16="http://schemas.microsoft.com/office/drawing/2014/main" id="{34A0FDED-EC8C-2F94-C037-12AC6DF30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4031" name="Rectangle 15">
            <a:extLst>
              <a:ext uri="{FF2B5EF4-FFF2-40B4-BE49-F238E27FC236}">
                <a16:creationId xmlns:a16="http://schemas.microsoft.com/office/drawing/2014/main" id="{45FDF102-C00A-B494-70C3-DDA55A30B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4032" name="Rectangle 16">
            <a:extLst>
              <a:ext uri="{FF2B5EF4-FFF2-40B4-BE49-F238E27FC236}">
                <a16:creationId xmlns:a16="http://schemas.microsoft.com/office/drawing/2014/main" id="{4DD6C073-752B-CCB5-B3D4-CAA6BE630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4033" name="Rectangle 17">
            <a:extLst>
              <a:ext uri="{FF2B5EF4-FFF2-40B4-BE49-F238E27FC236}">
                <a16:creationId xmlns:a16="http://schemas.microsoft.com/office/drawing/2014/main" id="{B78DC2EA-0655-7335-6E49-64A989594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4" name="Rectangle 18">
            <a:extLst>
              <a:ext uri="{FF2B5EF4-FFF2-40B4-BE49-F238E27FC236}">
                <a16:creationId xmlns:a16="http://schemas.microsoft.com/office/drawing/2014/main" id="{0D8CA8AA-0563-3965-496E-F9AEEFAE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5" y="4600575"/>
            <a:ext cx="109537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5" name="AutoShape 19">
            <a:extLst>
              <a:ext uri="{FF2B5EF4-FFF2-40B4-BE49-F238E27FC236}">
                <a16:creationId xmlns:a16="http://schemas.microsoft.com/office/drawing/2014/main" id="{057E84B0-56B7-2852-BC5A-B897E846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4132263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4036" name="Group 20">
            <a:extLst>
              <a:ext uri="{FF2B5EF4-FFF2-40B4-BE49-F238E27FC236}">
                <a16:creationId xmlns:a16="http://schemas.microsoft.com/office/drawing/2014/main" id="{4BD2E639-5806-0D7A-E757-712F2BEC66FE}"/>
              </a:ext>
            </a:extLst>
          </p:cNvPr>
          <p:cNvGrpSpPr>
            <a:grpSpLocks/>
          </p:cNvGrpSpPr>
          <p:nvPr/>
        </p:nvGrpSpPr>
        <p:grpSpPr bwMode="auto">
          <a:xfrm>
            <a:off x="3267075" y="4595813"/>
            <a:ext cx="2087563" cy="708025"/>
            <a:chOff x="760" y="2895"/>
            <a:chExt cx="1272" cy="446"/>
          </a:xfrm>
        </p:grpSpPr>
        <p:sp>
          <p:nvSpPr>
            <p:cNvPr id="214037" name="Rectangle 21">
              <a:extLst>
                <a:ext uri="{FF2B5EF4-FFF2-40B4-BE49-F238E27FC236}">
                  <a16:creationId xmlns:a16="http://schemas.microsoft.com/office/drawing/2014/main" id="{E7ED5BE4-72C3-E1F4-C776-BDA6ADE0C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12</a:t>
              </a:r>
            </a:p>
          </p:txBody>
        </p:sp>
        <p:sp>
          <p:nvSpPr>
            <p:cNvPr id="214038" name="Rectangle 22">
              <a:extLst>
                <a:ext uri="{FF2B5EF4-FFF2-40B4-BE49-F238E27FC236}">
                  <a16:creationId xmlns:a16="http://schemas.microsoft.com/office/drawing/2014/main" id="{45FF517D-75B2-B6AB-6C5C-57AE704A2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35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1026">
            <a:extLst>
              <a:ext uri="{FF2B5EF4-FFF2-40B4-BE49-F238E27FC236}">
                <a16:creationId xmlns:a16="http://schemas.microsoft.com/office/drawing/2014/main" id="{DAF5C2D3-F316-F00A-3D1E-140A4969E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5043" name="Rectangle 1027">
            <a:extLst>
              <a:ext uri="{FF2B5EF4-FFF2-40B4-BE49-F238E27FC236}">
                <a16:creationId xmlns:a16="http://schemas.microsoft.com/office/drawing/2014/main" id="{C24EAAB3-6EA6-CFAB-9EF8-A9E60C846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5044" name="Rectangle 1028">
            <a:extLst>
              <a:ext uri="{FF2B5EF4-FFF2-40B4-BE49-F238E27FC236}">
                <a16:creationId xmlns:a16="http://schemas.microsoft.com/office/drawing/2014/main" id="{71F830D4-653E-CC1D-D7C5-51A4C71C6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5" name="Line 1029">
            <a:extLst>
              <a:ext uri="{FF2B5EF4-FFF2-40B4-BE49-F238E27FC236}">
                <a16:creationId xmlns:a16="http://schemas.microsoft.com/office/drawing/2014/main" id="{537E53D1-31B4-41A1-78AE-AFE25F696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6" name="Line 1030">
            <a:extLst>
              <a:ext uri="{FF2B5EF4-FFF2-40B4-BE49-F238E27FC236}">
                <a16:creationId xmlns:a16="http://schemas.microsoft.com/office/drawing/2014/main" id="{4D2E143A-C3C0-1699-1244-432E4929E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7" name="Line 1031">
            <a:extLst>
              <a:ext uri="{FF2B5EF4-FFF2-40B4-BE49-F238E27FC236}">
                <a16:creationId xmlns:a16="http://schemas.microsoft.com/office/drawing/2014/main" id="{D551AFE9-7BE0-3979-6179-C4A3E5EB4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8" name="Line 1032">
            <a:extLst>
              <a:ext uri="{FF2B5EF4-FFF2-40B4-BE49-F238E27FC236}">
                <a16:creationId xmlns:a16="http://schemas.microsoft.com/office/drawing/2014/main" id="{761AEB58-A488-C6F6-ED5D-508E57EA5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9" name="Line 1033">
            <a:extLst>
              <a:ext uri="{FF2B5EF4-FFF2-40B4-BE49-F238E27FC236}">
                <a16:creationId xmlns:a16="http://schemas.microsoft.com/office/drawing/2014/main" id="{666E6C90-E9E6-660B-82C0-8FF5C4165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50" name="Rectangle 1034">
            <a:extLst>
              <a:ext uri="{FF2B5EF4-FFF2-40B4-BE49-F238E27FC236}">
                <a16:creationId xmlns:a16="http://schemas.microsoft.com/office/drawing/2014/main" id="{39D22569-E772-3598-8A5F-59C8D3822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5051" name="Rectangle 1035">
            <a:extLst>
              <a:ext uri="{FF2B5EF4-FFF2-40B4-BE49-F238E27FC236}">
                <a16:creationId xmlns:a16="http://schemas.microsoft.com/office/drawing/2014/main" id="{CC3D6885-16E5-17EB-23C4-0F880E119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5052" name="Rectangle 1036">
            <a:extLst>
              <a:ext uri="{FF2B5EF4-FFF2-40B4-BE49-F238E27FC236}">
                <a16:creationId xmlns:a16="http://schemas.microsoft.com/office/drawing/2014/main" id="{67C43492-68C2-CDB0-E4E7-87EBCCAE9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5053" name="Rectangle 1037">
            <a:extLst>
              <a:ext uri="{FF2B5EF4-FFF2-40B4-BE49-F238E27FC236}">
                <a16:creationId xmlns:a16="http://schemas.microsoft.com/office/drawing/2014/main" id="{304D9C50-AD3C-0F61-05C1-3FD47B5EB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5054" name="Rectangle 1038">
            <a:extLst>
              <a:ext uri="{FF2B5EF4-FFF2-40B4-BE49-F238E27FC236}">
                <a16:creationId xmlns:a16="http://schemas.microsoft.com/office/drawing/2014/main" id="{CCEC7526-92B8-A7A6-4B9B-C160A835E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5055" name="Rectangle 1039">
            <a:extLst>
              <a:ext uri="{FF2B5EF4-FFF2-40B4-BE49-F238E27FC236}">
                <a16:creationId xmlns:a16="http://schemas.microsoft.com/office/drawing/2014/main" id="{733F0B02-47A2-F0C8-703C-EDE767E68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101</a:t>
            </a:r>
          </a:p>
        </p:txBody>
      </p:sp>
      <p:sp>
        <p:nvSpPr>
          <p:cNvPr id="215056" name="Rectangle 1040">
            <a:extLst>
              <a:ext uri="{FF2B5EF4-FFF2-40B4-BE49-F238E27FC236}">
                <a16:creationId xmlns:a16="http://schemas.microsoft.com/office/drawing/2014/main" id="{680BC66A-F117-3FB7-B810-920AEC855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5057" name="Rectangle 1041">
            <a:extLst>
              <a:ext uri="{FF2B5EF4-FFF2-40B4-BE49-F238E27FC236}">
                <a16:creationId xmlns:a16="http://schemas.microsoft.com/office/drawing/2014/main" id="{4EAAF51C-8B79-7654-28C8-57ED29C59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4587875"/>
            <a:ext cx="1081087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58" name="Rectangle 1042">
            <a:extLst>
              <a:ext uri="{FF2B5EF4-FFF2-40B4-BE49-F238E27FC236}">
                <a16:creationId xmlns:a16="http://schemas.microsoft.com/office/drawing/2014/main" id="{1B6C1694-D547-03E1-4033-FD74857A9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388" y="4587875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63" name="Text Box 1047">
            <a:extLst>
              <a:ext uri="{FF2B5EF4-FFF2-40B4-BE49-F238E27FC236}">
                <a16:creationId xmlns:a16="http://schemas.microsoft.com/office/drawing/2014/main" id="{76352AC1-C732-D5C0-C394-0C45CE598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5454650"/>
            <a:ext cx="260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need to swap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D11FD12E-A4F3-9103-06F4-1ADC8862E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03D49BA2-BC1E-D242-8FF2-909AD8424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6068" name="Rectangle 4">
            <a:extLst>
              <a:ext uri="{FF2B5EF4-FFF2-40B4-BE49-F238E27FC236}">
                <a16:creationId xmlns:a16="http://schemas.microsoft.com/office/drawing/2014/main" id="{8789E700-8F70-895C-9C9C-C5C390A31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69" name="Line 5">
            <a:extLst>
              <a:ext uri="{FF2B5EF4-FFF2-40B4-BE49-F238E27FC236}">
                <a16:creationId xmlns:a16="http://schemas.microsoft.com/office/drawing/2014/main" id="{F84736A5-39CB-802B-330B-1604B6B0E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0" name="Line 6">
            <a:extLst>
              <a:ext uri="{FF2B5EF4-FFF2-40B4-BE49-F238E27FC236}">
                <a16:creationId xmlns:a16="http://schemas.microsoft.com/office/drawing/2014/main" id="{5E4D0B1D-C34E-CB98-30CD-5EDDFDF80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1" name="Line 7">
            <a:extLst>
              <a:ext uri="{FF2B5EF4-FFF2-40B4-BE49-F238E27FC236}">
                <a16:creationId xmlns:a16="http://schemas.microsoft.com/office/drawing/2014/main" id="{6050158E-6D8E-8C02-C24A-6E321303D8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2" name="Line 8">
            <a:extLst>
              <a:ext uri="{FF2B5EF4-FFF2-40B4-BE49-F238E27FC236}">
                <a16:creationId xmlns:a16="http://schemas.microsoft.com/office/drawing/2014/main" id="{49A16BBC-C6AE-BB8D-7514-FCFC55C73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3" name="Line 9">
            <a:extLst>
              <a:ext uri="{FF2B5EF4-FFF2-40B4-BE49-F238E27FC236}">
                <a16:creationId xmlns:a16="http://schemas.microsoft.com/office/drawing/2014/main" id="{959FB05F-2524-470D-A73C-4F61DAFD7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4" name="Rectangle 10">
            <a:extLst>
              <a:ext uri="{FF2B5EF4-FFF2-40B4-BE49-F238E27FC236}">
                <a16:creationId xmlns:a16="http://schemas.microsoft.com/office/drawing/2014/main" id="{64C87AC4-D145-580F-C187-5F546B1F4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5</a:t>
            </a:r>
          </a:p>
        </p:txBody>
      </p:sp>
      <p:sp>
        <p:nvSpPr>
          <p:cNvPr id="216075" name="Rectangle 11">
            <a:extLst>
              <a:ext uri="{FF2B5EF4-FFF2-40B4-BE49-F238E27FC236}">
                <a16:creationId xmlns:a16="http://schemas.microsoft.com/office/drawing/2014/main" id="{585D4AE2-4A8F-14FC-DBED-EEB7A279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6076" name="Rectangle 12">
            <a:extLst>
              <a:ext uri="{FF2B5EF4-FFF2-40B4-BE49-F238E27FC236}">
                <a16:creationId xmlns:a16="http://schemas.microsoft.com/office/drawing/2014/main" id="{F4C51058-45E1-5022-7377-C2F444DBF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6077" name="Rectangle 13">
            <a:extLst>
              <a:ext uri="{FF2B5EF4-FFF2-40B4-BE49-F238E27FC236}">
                <a16:creationId xmlns:a16="http://schemas.microsoft.com/office/drawing/2014/main" id="{C0BB4405-4762-50D3-78B2-A766184FF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6078" name="Rectangle 14">
            <a:extLst>
              <a:ext uri="{FF2B5EF4-FFF2-40B4-BE49-F238E27FC236}">
                <a16:creationId xmlns:a16="http://schemas.microsoft.com/office/drawing/2014/main" id="{67BA9FCA-88A3-82CF-C992-49F84CB5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6079" name="Rectangle 15">
            <a:extLst>
              <a:ext uri="{FF2B5EF4-FFF2-40B4-BE49-F238E27FC236}">
                <a16:creationId xmlns:a16="http://schemas.microsoft.com/office/drawing/2014/main" id="{9F63826F-62DF-EBE9-36DA-C0B39E32D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101</a:t>
            </a:r>
          </a:p>
        </p:txBody>
      </p:sp>
      <p:sp>
        <p:nvSpPr>
          <p:cNvPr id="216080" name="Rectangle 16">
            <a:extLst>
              <a:ext uri="{FF2B5EF4-FFF2-40B4-BE49-F238E27FC236}">
                <a16:creationId xmlns:a16="http://schemas.microsoft.com/office/drawing/2014/main" id="{F06B0F90-861A-59CA-AF67-9DC2E60FF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6081" name="Rectangle 17">
            <a:extLst>
              <a:ext uri="{FF2B5EF4-FFF2-40B4-BE49-F238E27FC236}">
                <a16:creationId xmlns:a16="http://schemas.microsoft.com/office/drawing/2014/main" id="{D157DF35-5600-9F92-7189-9601F3B17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4584700"/>
            <a:ext cx="11398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82" name="Rectangle 18">
            <a:extLst>
              <a:ext uri="{FF2B5EF4-FFF2-40B4-BE49-F238E27FC236}">
                <a16:creationId xmlns:a16="http://schemas.microsoft.com/office/drawing/2014/main" id="{920401E1-62C4-68F4-09C1-44C8BCA1A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83" name="AutoShape 19">
            <a:extLst>
              <a:ext uri="{FF2B5EF4-FFF2-40B4-BE49-F238E27FC236}">
                <a16:creationId xmlns:a16="http://schemas.microsoft.com/office/drawing/2014/main" id="{262EF05A-1354-68C4-1304-1922A43E5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550" y="4156075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6084" name="Group 20">
            <a:extLst>
              <a:ext uri="{FF2B5EF4-FFF2-40B4-BE49-F238E27FC236}">
                <a16:creationId xmlns:a16="http://schemas.microsoft.com/office/drawing/2014/main" id="{6195D3AC-1323-5B45-9DFB-9C1AD479880E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4591050"/>
            <a:ext cx="2328863" cy="708025"/>
            <a:chOff x="760" y="2895"/>
            <a:chExt cx="1272" cy="446"/>
          </a:xfrm>
        </p:grpSpPr>
        <p:sp>
          <p:nvSpPr>
            <p:cNvPr id="216085" name="Rectangle 21">
              <a:extLst>
                <a:ext uri="{FF2B5EF4-FFF2-40B4-BE49-F238E27FC236}">
                  <a16:creationId xmlns:a16="http://schemas.microsoft.com/office/drawing/2014/main" id="{9D0DF76D-9312-026A-49A9-45A0A75A6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5</a:t>
              </a:r>
            </a:p>
          </p:txBody>
        </p:sp>
        <p:sp>
          <p:nvSpPr>
            <p:cNvPr id="216086" name="Rectangle 22">
              <a:extLst>
                <a:ext uri="{FF2B5EF4-FFF2-40B4-BE49-F238E27FC236}">
                  <a16:creationId xmlns:a16="http://schemas.microsoft.com/office/drawing/2014/main" id="{B7F82DF1-29B5-618B-4A8E-3676E31CF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8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C684A703-EE2B-BDA6-61A5-07D60CC17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"Bubbling Up" the Largest Element</a:t>
            </a: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39394C5F-7948-1417-8CC9-9B6AC69BC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062B6366-2C3D-0482-7C34-0B8B6DD99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3" name="Line 5">
            <a:extLst>
              <a:ext uri="{FF2B5EF4-FFF2-40B4-BE49-F238E27FC236}">
                <a16:creationId xmlns:a16="http://schemas.microsoft.com/office/drawing/2014/main" id="{228999D2-0A7E-E5D6-0AEE-947FDB436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4" name="Line 6">
            <a:extLst>
              <a:ext uri="{FF2B5EF4-FFF2-40B4-BE49-F238E27FC236}">
                <a16:creationId xmlns:a16="http://schemas.microsoft.com/office/drawing/2014/main" id="{2B9F4CE2-7D1D-0C50-61E9-FBC404F70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5" name="Line 7">
            <a:extLst>
              <a:ext uri="{FF2B5EF4-FFF2-40B4-BE49-F238E27FC236}">
                <a16:creationId xmlns:a16="http://schemas.microsoft.com/office/drawing/2014/main" id="{9E6FC8A3-5913-C6D5-BE36-0F287682F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6" name="Line 8">
            <a:extLst>
              <a:ext uri="{FF2B5EF4-FFF2-40B4-BE49-F238E27FC236}">
                <a16:creationId xmlns:a16="http://schemas.microsoft.com/office/drawing/2014/main" id="{26047F3F-9F65-D6AE-4CF9-1FC108686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7" name="Line 9">
            <a:extLst>
              <a:ext uri="{FF2B5EF4-FFF2-40B4-BE49-F238E27FC236}">
                <a16:creationId xmlns:a16="http://schemas.microsoft.com/office/drawing/2014/main" id="{D30D6B0D-9854-6650-F3E8-6D556A281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9" name="Rectangle 11">
            <a:extLst>
              <a:ext uri="{FF2B5EF4-FFF2-40B4-BE49-F238E27FC236}">
                <a16:creationId xmlns:a16="http://schemas.microsoft.com/office/drawing/2014/main" id="{33F289EC-C213-740D-2469-5482051C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7100" name="Rectangle 12">
            <a:extLst>
              <a:ext uri="{FF2B5EF4-FFF2-40B4-BE49-F238E27FC236}">
                <a16:creationId xmlns:a16="http://schemas.microsoft.com/office/drawing/2014/main" id="{D3036839-CCED-9188-9FC8-97028DB1A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7101" name="Rectangle 13">
            <a:extLst>
              <a:ext uri="{FF2B5EF4-FFF2-40B4-BE49-F238E27FC236}">
                <a16:creationId xmlns:a16="http://schemas.microsoft.com/office/drawing/2014/main" id="{535D160F-5630-9DCC-0117-3222F9714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7102" name="Rectangle 14">
            <a:extLst>
              <a:ext uri="{FF2B5EF4-FFF2-40B4-BE49-F238E27FC236}">
                <a16:creationId xmlns:a16="http://schemas.microsoft.com/office/drawing/2014/main" id="{76F7CA62-1850-52E8-C810-5AD0CCD32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7103" name="Rectangle 15">
            <a:extLst>
              <a:ext uri="{FF2B5EF4-FFF2-40B4-BE49-F238E27FC236}">
                <a16:creationId xmlns:a16="http://schemas.microsoft.com/office/drawing/2014/main" id="{F546CD26-6961-660C-4330-406E3DE3B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  5</a:t>
            </a:r>
          </a:p>
        </p:txBody>
      </p:sp>
      <p:sp>
        <p:nvSpPr>
          <p:cNvPr id="217104" name="Rectangle 16">
            <a:extLst>
              <a:ext uri="{FF2B5EF4-FFF2-40B4-BE49-F238E27FC236}">
                <a16:creationId xmlns:a16="http://schemas.microsoft.com/office/drawing/2014/main" id="{2E30EB03-2A02-5B69-D3E3-D9D3DC87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7106" name="Rectangle 18">
            <a:extLst>
              <a:ext uri="{FF2B5EF4-FFF2-40B4-BE49-F238E27FC236}">
                <a16:creationId xmlns:a16="http://schemas.microsoft.com/office/drawing/2014/main" id="{4BBE4E33-6AC7-2A68-8825-A3240A520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solidFill>
                  <a:srgbClr val="3333FF"/>
                </a:solidFill>
              </a:rPr>
              <a:t>101</a:t>
            </a:r>
          </a:p>
        </p:txBody>
      </p:sp>
      <p:sp>
        <p:nvSpPr>
          <p:cNvPr id="217111" name="Text Box 23">
            <a:extLst>
              <a:ext uri="{FF2B5EF4-FFF2-40B4-BE49-F238E27FC236}">
                <a16:creationId xmlns:a16="http://schemas.microsoft.com/office/drawing/2014/main" id="{E10C5216-F1EE-30FF-D477-2EB35FFE0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5" y="55245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Largest value correctly placed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31D8D0B1-A38A-75F7-3F83-4E987D84E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“Bubble Up” Algorithm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BC3196F6-9AE3-283D-84D5-B52ABF8394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index &lt;- 1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last_compare_at &lt;- n –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loop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exitif(index &gt; last_compare_at)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if(A[index] &gt; A[index + 1]) then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Swap(A[index], A[index + 1])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endif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index &lt;- index + 1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endloop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D5DF571D-90DE-CEE4-0CE1-B3D321C11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Items of Interest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31FBE7F3-E699-B933-61BD-32970351A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r>
              <a:rPr lang="en-US" altLang="en-US" sz="2800" b="1"/>
              <a:t>Notice that only the largest value is correctly placed</a:t>
            </a:r>
          </a:p>
          <a:p>
            <a:r>
              <a:rPr lang="en-US" altLang="en-US" sz="2800" b="1">
                <a:solidFill>
                  <a:srgbClr val="3333FF"/>
                </a:solidFill>
              </a:rPr>
              <a:t>All other values are still out of order</a:t>
            </a:r>
          </a:p>
          <a:p>
            <a:r>
              <a:rPr lang="en-US" altLang="en-US" sz="2800" b="1"/>
              <a:t>So we need to </a:t>
            </a:r>
            <a:r>
              <a:rPr lang="en-US" altLang="en-US" sz="2800" b="1">
                <a:solidFill>
                  <a:srgbClr val="FF0033"/>
                </a:solidFill>
              </a:rPr>
              <a:t>repeat this process</a:t>
            </a:r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58F2345-ABE8-238B-E1C9-C0524F4D0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117" name="Line 5">
            <a:extLst>
              <a:ext uri="{FF2B5EF4-FFF2-40B4-BE49-F238E27FC236}">
                <a16:creationId xmlns:a16="http://schemas.microsoft.com/office/drawing/2014/main" id="{0F6C1342-1176-5B34-EDD0-5BDC4E670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118" name="Line 6">
            <a:extLst>
              <a:ext uri="{FF2B5EF4-FFF2-40B4-BE49-F238E27FC236}">
                <a16:creationId xmlns:a16="http://schemas.microsoft.com/office/drawing/2014/main" id="{A5128A78-E4F8-2EA5-37BB-72BF99552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119" name="Line 7">
            <a:extLst>
              <a:ext uri="{FF2B5EF4-FFF2-40B4-BE49-F238E27FC236}">
                <a16:creationId xmlns:a16="http://schemas.microsoft.com/office/drawing/2014/main" id="{E3B69C0E-394D-2460-BA1D-A210C47EC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120" name="Line 8">
            <a:extLst>
              <a:ext uri="{FF2B5EF4-FFF2-40B4-BE49-F238E27FC236}">
                <a16:creationId xmlns:a16="http://schemas.microsoft.com/office/drawing/2014/main" id="{CB6334F4-FE6A-1DC8-6C44-67900AA39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121" name="Line 9">
            <a:extLst>
              <a:ext uri="{FF2B5EF4-FFF2-40B4-BE49-F238E27FC236}">
                <a16:creationId xmlns:a16="http://schemas.microsoft.com/office/drawing/2014/main" id="{5C7216D8-A43A-4155-F684-EAC46AC20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122" name="Rectangle 10">
            <a:extLst>
              <a:ext uri="{FF2B5EF4-FFF2-40B4-BE49-F238E27FC236}">
                <a16:creationId xmlns:a16="http://schemas.microsoft.com/office/drawing/2014/main" id="{B94DEA86-CCFC-F875-B64D-2F1B2084C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8123" name="Rectangle 11">
            <a:extLst>
              <a:ext uri="{FF2B5EF4-FFF2-40B4-BE49-F238E27FC236}">
                <a16:creationId xmlns:a16="http://schemas.microsoft.com/office/drawing/2014/main" id="{A5914F46-6F71-9655-6E04-1522D5C0E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8124" name="Rectangle 12">
            <a:extLst>
              <a:ext uri="{FF2B5EF4-FFF2-40B4-BE49-F238E27FC236}">
                <a16:creationId xmlns:a16="http://schemas.microsoft.com/office/drawing/2014/main" id="{508BD0F5-DD58-265E-2ED6-B6B680E9F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8125" name="Rectangle 13">
            <a:extLst>
              <a:ext uri="{FF2B5EF4-FFF2-40B4-BE49-F238E27FC236}">
                <a16:creationId xmlns:a16="http://schemas.microsoft.com/office/drawing/2014/main" id="{76286F2F-6B6B-C3E7-65A4-255D54EB1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8126" name="Rectangle 14">
            <a:extLst>
              <a:ext uri="{FF2B5EF4-FFF2-40B4-BE49-F238E27FC236}">
                <a16:creationId xmlns:a16="http://schemas.microsoft.com/office/drawing/2014/main" id="{EBFA7563-4D4C-9138-FAA3-39003B936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4752975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  5</a:t>
            </a:r>
          </a:p>
        </p:txBody>
      </p:sp>
      <p:sp>
        <p:nvSpPr>
          <p:cNvPr id="218127" name="Rectangle 15">
            <a:extLst>
              <a:ext uri="{FF2B5EF4-FFF2-40B4-BE49-F238E27FC236}">
                <a16:creationId xmlns:a16="http://schemas.microsoft.com/office/drawing/2014/main" id="{EA6F7B6A-0E08-9C9B-52EA-A926024EB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132263"/>
            <a:ext cx="5746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1          2          3          4            5            6</a:t>
            </a:r>
            <a:endParaRPr lang="en-US" altLang="en-US" b="0"/>
          </a:p>
        </p:txBody>
      </p:sp>
      <p:sp>
        <p:nvSpPr>
          <p:cNvPr id="218128" name="Rectangle 16">
            <a:extLst>
              <a:ext uri="{FF2B5EF4-FFF2-40B4-BE49-F238E27FC236}">
                <a16:creationId xmlns:a16="http://schemas.microsoft.com/office/drawing/2014/main" id="{41CFC5CF-CFC2-5E06-2025-DD808338A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solidFill>
                  <a:srgbClr val="3333FF"/>
                </a:solidFill>
              </a:rPr>
              <a:t>101</a:t>
            </a:r>
          </a:p>
        </p:txBody>
      </p:sp>
      <p:sp>
        <p:nvSpPr>
          <p:cNvPr id="218129" name="Text Box 17">
            <a:extLst>
              <a:ext uri="{FF2B5EF4-FFF2-40B4-BE49-F238E27FC236}">
                <a16:creationId xmlns:a16="http://schemas.microsoft.com/office/drawing/2014/main" id="{94F83004-B1CC-EA8D-FF61-875F7F7C8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5" y="55245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Largest value correctly placed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67D68FA2-8DED-C3B3-9648-FCF31A329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84213"/>
          </a:xfrm>
        </p:spPr>
        <p:txBody>
          <a:bodyPr/>
          <a:lstStyle/>
          <a:p>
            <a:r>
              <a:rPr lang="en-US" altLang="en-US"/>
              <a:t>Repeat “Bubble Up” How Many Times?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6928645A-EC5D-73A8-86D7-AD612D794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04950"/>
            <a:ext cx="7248525" cy="45910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/>
              <a:t>If we have N elements…</a:t>
            </a:r>
          </a:p>
          <a:p>
            <a:pPr>
              <a:lnSpc>
                <a:spcPct val="90000"/>
              </a:lnSpc>
            </a:pPr>
            <a:endParaRPr lang="en-US" altLang="en-US" sz="2800" b="1"/>
          </a:p>
          <a:p>
            <a:pPr>
              <a:lnSpc>
                <a:spcPct val="90000"/>
              </a:lnSpc>
            </a:pPr>
            <a:r>
              <a:rPr lang="en-US" altLang="en-US" sz="2800" b="1"/>
              <a:t>And if each time we bubble an element, we place it in its correct location…</a:t>
            </a:r>
          </a:p>
          <a:p>
            <a:pPr>
              <a:lnSpc>
                <a:spcPct val="90000"/>
              </a:lnSpc>
            </a:pPr>
            <a:endParaRPr lang="en-US" altLang="en-US" sz="2800" b="1"/>
          </a:p>
          <a:p>
            <a:pPr>
              <a:lnSpc>
                <a:spcPct val="90000"/>
              </a:lnSpc>
            </a:pPr>
            <a:r>
              <a:rPr lang="en-US" altLang="en-US" sz="2800" b="1"/>
              <a:t>Then we </a:t>
            </a:r>
            <a:r>
              <a:rPr lang="en-US" altLang="en-US" sz="2800" b="1">
                <a:solidFill>
                  <a:srgbClr val="3333FF"/>
                </a:solidFill>
              </a:rPr>
              <a:t>repeat the “bubble up” process N – 1 times.</a:t>
            </a:r>
          </a:p>
          <a:p>
            <a:pPr>
              <a:lnSpc>
                <a:spcPct val="90000"/>
              </a:lnSpc>
            </a:pPr>
            <a:endParaRPr lang="en-US" altLang="en-US" sz="2800" b="1">
              <a:solidFill>
                <a:srgbClr val="3333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800" b="1"/>
              <a:t>This </a:t>
            </a:r>
            <a:r>
              <a:rPr lang="en-US" altLang="en-US" sz="2800" b="1">
                <a:solidFill>
                  <a:srgbClr val="3333FF"/>
                </a:solidFill>
              </a:rPr>
              <a:t>guarantees we’ll correctly </a:t>
            </a:r>
            <a:br>
              <a:rPr lang="en-US" altLang="en-US" sz="2800" b="1">
                <a:solidFill>
                  <a:srgbClr val="3333FF"/>
                </a:solidFill>
              </a:rPr>
            </a:br>
            <a:r>
              <a:rPr lang="en-US" altLang="en-US" sz="2800" b="1">
                <a:solidFill>
                  <a:srgbClr val="3333FF"/>
                </a:solidFill>
              </a:rPr>
              <a:t>place all N elements.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BFDDADE7-5FDA-5C7C-4C36-3720A0474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“Bubbling” All the Elements</a:t>
            </a:r>
          </a:p>
        </p:txBody>
      </p:sp>
      <p:grpSp>
        <p:nvGrpSpPr>
          <p:cNvPr id="220231" name="Group 71">
            <a:extLst>
              <a:ext uri="{FF2B5EF4-FFF2-40B4-BE49-F238E27FC236}">
                <a16:creationId xmlns:a16="http://schemas.microsoft.com/office/drawing/2014/main" id="{59D8CEA9-4ABA-A0EB-EB67-35A612BC6343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1717675"/>
            <a:ext cx="6518275" cy="882650"/>
            <a:chOff x="644" y="1072"/>
            <a:chExt cx="4106" cy="556"/>
          </a:xfrm>
        </p:grpSpPr>
        <p:sp>
          <p:nvSpPr>
            <p:cNvPr id="220164" name="Rectangle 4">
              <a:extLst>
                <a:ext uri="{FF2B5EF4-FFF2-40B4-BE49-F238E27FC236}">
                  <a16:creationId xmlns:a16="http://schemas.microsoft.com/office/drawing/2014/main" id="{F6979327-D4D4-F1F8-BEFD-D4602F676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1332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65" name="Line 5">
              <a:extLst>
                <a:ext uri="{FF2B5EF4-FFF2-40B4-BE49-F238E27FC236}">
                  <a16:creationId xmlns:a16="http://schemas.microsoft.com/office/drawing/2014/main" id="{C7A94BA2-0B8A-452A-250F-115AE0BA7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330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66" name="Line 6">
              <a:extLst>
                <a:ext uri="{FF2B5EF4-FFF2-40B4-BE49-F238E27FC236}">
                  <a16:creationId xmlns:a16="http://schemas.microsoft.com/office/drawing/2014/main" id="{66D0956A-F244-582A-F9DE-443825F83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1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67" name="Line 7">
              <a:extLst>
                <a:ext uri="{FF2B5EF4-FFF2-40B4-BE49-F238E27FC236}">
                  <a16:creationId xmlns:a16="http://schemas.microsoft.com/office/drawing/2014/main" id="{F5B87982-5467-2A06-F6F8-50F4AF7B3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5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68" name="Line 8">
              <a:extLst>
                <a:ext uri="{FF2B5EF4-FFF2-40B4-BE49-F238E27FC236}">
                  <a16:creationId xmlns:a16="http://schemas.microsoft.com/office/drawing/2014/main" id="{33A0783A-9CC8-9ED1-B27E-08AE1B027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4" y="1330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69" name="Line 9">
              <a:extLst>
                <a:ext uri="{FF2B5EF4-FFF2-40B4-BE49-F238E27FC236}">
                  <a16:creationId xmlns:a16="http://schemas.microsoft.com/office/drawing/2014/main" id="{50843DF2-2027-3EDE-C846-4C7A778E3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1" y="1335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70" name="Rectangle 10">
              <a:extLst>
                <a:ext uri="{FF2B5EF4-FFF2-40B4-BE49-F238E27FC236}">
                  <a16:creationId xmlns:a16="http://schemas.microsoft.com/office/drawing/2014/main" id="{9744F804-6360-10D1-3B4A-CA718B38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133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77</a:t>
              </a:r>
              <a:endParaRPr lang="en-US" altLang="en-US" b="0"/>
            </a:p>
          </p:txBody>
        </p:sp>
        <p:sp>
          <p:nvSpPr>
            <p:cNvPr id="220171" name="Rectangle 11">
              <a:extLst>
                <a:ext uri="{FF2B5EF4-FFF2-40B4-BE49-F238E27FC236}">
                  <a16:creationId xmlns:a16="http://schemas.microsoft.com/office/drawing/2014/main" id="{BEC926C2-2766-BF56-47DA-31798DDC0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2" y="134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220172" name="Rectangle 12">
              <a:extLst>
                <a:ext uri="{FF2B5EF4-FFF2-40B4-BE49-F238E27FC236}">
                  <a16:creationId xmlns:a16="http://schemas.microsoft.com/office/drawing/2014/main" id="{93656A16-463D-1B01-3E59-2D97A35C3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8" y="134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35</a:t>
              </a:r>
              <a:endParaRPr lang="en-US" altLang="en-US" b="0"/>
            </a:p>
          </p:txBody>
        </p:sp>
        <p:sp>
          <p:nvSpPr>
            <p:cNvPr id="220173" name="Rectangle 13">
              <a:extLst>
                <a:ext uri="{FF2B5EF4-FFF2-40B4-BE49-F238E27FC236}">
                  <a16:creationId xmlns:a16="http://schemas.microsoft.com/office/drawing/2014/main" id="{C83B9855-A758-96FE-7D6A-2D47D5A5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37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42</a:t>
              </a:r>
              <a:endParaRPr lang="en-US" altLang="en-US" b="0"/>
            </a:p>
          </p:txBody>
        </p:sp>
        <p:sp>
          <p:nvSpPr>
            <p:cNvPr id="220174" name="Rectangle 14">
              <a:extLst>
                <a:ext uri="{FF2B5EF4-FFF2-40B4-BE49-F238E27FC236}">
                  <a16:creationId xmlns:a16="http://schemas.microsoft.com/office/drawing/2014/main" id="{F431A17F-66C0-0AF9-690A-FAEB16D6B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1335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 5</a:t>
              </a:r>
            </a:p>
          </p:txBody>
        </p:sp>
        <p:sp>
          <p:nvSpPr>
            <p:cNvPr id="220175" name="Rectangle 15">
              <a:extLst>
                <a:ext uri="{FF2B5EF4-FFF2-40B4-BE49-F238E27FC236}">
                  <a16:creationId xmlns:a16="http://schemas.microsoft.com/office/drawing/2014/main" id="{A0D1154C-CBE9-5874-3DC3-0207E996E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" y="1072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0178" name="Rectangle 18">
              <a:extLst>
                <a:ext uri="{FF2B5EF4-FFF2-40B4-BE49-F238E27FC236}">
                  <a16:creationId xmlns:a16="http://schemas.microsoft.com/office/drawing/2014/main" id="{17E5B192-0676-47B4-6BB6-CB835C45F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1335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20232" name="Group 72">
            <a:extLst>
              <a:ext uri="{FF2B5EF4-FFF2-40B4-BE49-F238E27FC236}">
                <a16:creationId xmlns:a16="http://schemas.microsoft.com/office/drawing/2014/main" id="{C4006565-F0DE-6A56-A438-FB1E12B6A64A}"/>
              </a:ext>
            </a:extLst>
          </p:cNvPr>
          <p:cNvGrpSpPr>
            <a:grpSpLocks/>
          </p:cNvGrpSpPr>
          <p:nvPr/>
        </p:nvGrpSpPr>
        <p:grpSpPr bwMode="auto">
          <a:xfrm>
            <a:off x="1497013" y="2636838"/>
            <a:ext cx="6518275" cy="882650"/>
            <a:chOff x="641" y="1651"/>
            <a:chExt cx="4106" cy="556"/>
          </a:xfrm>
        </p:grpSpPr>
        <p:sp>
          <p:nvSpPr>
            <p:cNvPr id="220179" name="Rectangle 19">
              <a:extLst>
                <a:ext uri="{FF2B5EF4-FFF2-40B4-BE49-F238E27FC236}">
                  <a16:creationId xmlns:a16="http://schemas.microsoft.com/office/drawing/2014/main" id="{5B67F6A5-E279-9A73-9B1B-64AD52147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91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80" name="Line 20">
              <a:extLst>
                <a:ext uri="{FF2B5EF4-FFF2-40B4-BE49-F238E27FC236}">
                  <a16:creationId xmlns:a16="http://schemas.microsoft.com/office/drawing/2014/main" id="{A4EB39F5-C542-0012-C0AC-528B8471A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190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81" name="Line 21">
              <a:extLst>
                <a:ext uri="{FF2B5EF4-FFF2-40B4-BE49-F238E27FC236}">
                  <a16:creationId xmlns:a16="http://schemas.microsoft.com/office/drawing/2014/main" id="{705B93F4-64F8-4611-4981-7737E3A9E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82" name="Line 22">
              <a:extLst>
                <a:ext uri="{FF2B5EF4-FFF2-40B4-BE49-F238E27FC236}">
                  <a16:creationId xmlns:a16="http://schemas.microsoft.com/office/drawing/2014/main" id="{0EE44ED6-06FC-2A5B-109C-887FD6645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83" name="Line 23">
              <a:extLst>
                <a:ext uri="{FF2B5EF4-FFF2-40B4-BE49-F238E27FC236}">
                  <a16:creationId xmlns:a16="http://schemas.microsoft.com/office/drawing/2014/main" id="{102C5373-E111-157E-0B7B-5E234A129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" y="190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84" name="Line 24">
              <a:extLst>
                <a:ext uri="{FF2B5EF4-FFF2-40B4-BE49-F238E27FC236}">
                  <a16:creationId xmlns:a16="http://schemas.microsoft.com/office/drawing/2014/main" id="{808AB290-C4EB-7D61-8DAA-BFB7E1861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91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85" name="Rectangle 25">
              <a:extLst>
                <a:ext uri="{FF2B5EF4-FFF2-40B4-BE49-F238E27FC236}">
                  <a16:creationId xmlns:a16="http://schemas.microsoft.com/office/drawing/2014/main" id="{1AFC6CC1-D868-502F-B7FA-62DCF1D07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191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5</a:t>
              </a:r>
              <a:endParaRPr lang="en-US" altLang="en-US" b="0"/>
            </a:p>
          </p:txBody>
        </p:sp>
        <p:sp>
          <p:nvSpPr>
            <p:cNvPr id="220186" name="Rectangle 26">
              <a:extLst>
                <a:ext uri="{FF2B5EF4-FFF2-40B4-BE49-F238E27FC236}">
                  <a16:creationId xmlns:a16="http://schemas.microsoft.com/office/drawing/2014/main" id="{CFDDDDAC-8632-A415-AEB4-13B177099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1919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42</a:t>
              </a:r>
              <a:endParaRPr lang="en-US" altLang="en-US" b="0"/>
            </a:p>
          </p:txBody>
        </p:sp>
        <p:sp>
          <p:nvSpPr>
            <p:cNvPr id="220187" name="Rectangle 27">
              <a:extLst>
                <a:ext uri="{FF2B5EF4-FFF2-40B4-BE49-F238E27FC236}">
                  <a16:creationId xmlns:a16="http://schemas.microsoft.com/office/drawing/2014/main" id="{68C6F1E9-E40F-BD34-B99B-82B29F653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1919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220188" name="Rectangle 28">
              <a:extLst>
                <a:ext uri="{FF2B5EF4-FFF2-40B4-BE49-F238E27FC236}">
                  <a16:creationId xmlns:a16="http://schemas.microsoft.com/office/drawing/2014/main" id="{279D69D1-485F-4073-D6C7-33AFF46B7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191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35</a:t>
              </a:r>
              <a:endParaRPr lang="en-US" altLang="en-US" b="0"/>
            </a:p>
          </p:txBody>
        </p:sp>
        <p:sp>
          <p:nvSpPr>
            <p:cNvPr id="220189" name="Rectangle 29">
              <a:extLst>
                <a:ext uri="{FF2B5EF4-FFF2-40B4-BE49-F238E27FC236}">
                  <a16:creationId xmlns:a16="http://schemas.microsoft.com/office/drawing/2014/main" id="{534BC8E2-4611-7E8D-2A4E-6DAD9D7C5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191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20190" name="Rectangle 30">
              <a:extLst>
                <a:ext uri="{FF2B5EF4-FFF2-40B4-BE49-F238E27FC236}">
                  <a16:creationId xmlns:a16="http://schemas.microsoft.com/office/drawing/2014/main" id="{E09003AE-D6E4-A714-8CD9-D7D221B72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1651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0191" name="Rectangle 31">
              <a:extLst>
                <a:ext uri="{FF2B5EF4-FFF2-40B4-BE49-F238E27FC236}">
                  <a16:creationId xmlns:a16="http://schemas.microsoft.com/office/drawing/2014/main" id="{AB5A63E2-228A-8134-0C5A-84CD89B48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191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20233" name="Group 73">
            <a:extLst>
              <a:ext uri="{FF2B5EF4-FFF2-40B4-BE49-F238E27FC236}">
                <a16:creationId xmlns:a16="http://schemas.microsoft.com/office/drawing/2014/main" id="{71ACA60E-5DAF-0D45-2364-8C875550FA96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3548063"/>
            <a:ext cx="6518275" cy="882650"/>
            <a:chOff x="644" y="2225"/>
            <a:chExt cx="4106" cy="556"/>
          </a:xfrm>
        </p:grpSpPr>
        <p:sp>
          <p:nvSpPr>
            <p:cNvPr id="220192" name="Rectangle 32">
              <a:extLst>
                <a:ext uri="{FF2B5EF4-FFF2-40B4-BE49-F238E27FC236}">
                  <a16:creationId xmlns:a16="http://schemas.microsoft.com/office/drawing/2014/main" id="{0ACB0D8F-D804-6358-3372-587318AD4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2485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93" name="Line 33">
              <a:extLst>
                <a:ext uri="{FF2B5EF4-FFF2-40B4-BE49-F238E27FC236}">
                  <a16:creationId xmlns:a16="http://schemas.microsoft.com/office/drawing/2014/main" id="{71F9A662-2E80-A746-FDB3-78DA9D6AF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2483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94" name="Line 34">
              <a:extLst>
                <a:ext uri="{FF2B5EF4-FFF2-40B4-BE49-F238E27FC236}">
                  <a16:creationId xmlns:a16="http://schemas.microsoft.com/office/drawing/2014/main" id="{F6290E0E-4172-AB4E-4643-9BF02EE81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1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95" name="Line 35">
              <a:extLst>
                <a:ext uri="{FF2B5EF4-FFF2-40B4-BE49-F238E27FC236}">
                  <a16:creationId xmlns:a16="http://schemas.microsoft.com/office/drawing/2014/main" id="{B4C0C33C-864E-A36B-7A71-FDCCB0CBE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5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96" name="Line 36">
              <a:extLst>
                <a:ext uri="{FF2B5EF4-FFF2-40B4-BE49-F238E27FC236}">
                  <a16:creationId xmlns:a16="http://schemas.microsoft.com/office/drawing/2014/main" id="{A5636200-6D34-3175-21D1-6A49873C4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4" y="2483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97" name="Line 37">
              <a:extLst>
                <a:ext uri="{FF2B5EF4-FFF2-40B4-BE49-F238E27FC236}">
                  <a16:creationId xmlns:a16="http://schemas.microsoft.com/office/drawing/2014/main" id="{F733EF9A-A91C-BC47-524C-2DC87BD975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1" y="2488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198" name="Rectangle 38">
              <a:extLst>
                <a:ext uri="{FF2B5EF4-FFF2-40B4-BE49-F238E27FC236}">
                  <a16:creationId xmlns:a16="http://schemas.microsoft.com/office/drawing/2014/main" id="{113660B9-FC2E-E03B-DA27-D9B31194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488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33"/>
                  </a:solidFill>
                </a:rPr>
                <a:t>42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0199" name="Rectangle 39">
              <a:extLst>
                <a:ext uri="{FF2B5EF4-FFF2-40B4-BE49-F238E27FC236}">
                  <a16:creationId xmlns:a16="http://schemas.microsoft.com/office/drawing/2014/main" id="{E91A33C0-EAD5-6BDC-A807-C9BB68487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2" y="2493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5</a:t>
              </a:r>
              <a:endParaRPr lang="en-US" altLang="en-US" b="0"/>
            </a:p>
          </p:txBody>
        </p:sp>
        <p:sp>
          <p:nvSpPr>
            <p:cNvPr id="220200" name="Rectangle 40">
              <a:extLst>
                <a:ext uri="{FF2B5EF4-FFF2-40B4-BE49-F238E27FC236}">
                  <a16:creationId xmlns:a16="http://schemas.microsoft.com/office/drawing/2014/main" id="{CB7D4865-3BC5-1080-E75F-FDD7DAA48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8" y="2493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35</a:t>
              </a:r>
              <a:endParaRPr lang="en-US" altLang="en-US" b="0"/>
            </a:p>
          </p:txBody>
        </p:sp>
        <p:sp>
          <p:nvSpPr>
            <p:cNvPr id="220201" name="Rectangle 41">
              <a:extLst>
                <a:ext uri="{FF2B5EF4-FFF2-40B4-BE49-F238E27FC236}">
                  <a16:creationId xmlns:a16="http://schemas.microsoft.com/office/drawing/2014/main" id="{817AE6B3-E9E9-5C6B-EDA4-6C5EA3C09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49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220202" name="Rectangle 42">
              <a:extLst>
                <a:ext uri="{FF2B5EF4-FFF2-40B4-BE49-F238E27FC236}">
                  <a16:creationId xmlns:a16="http://schemas.microsoft.com/office/drawing/2014/main" id="{552D8748-EEAD-4787-0628-D5AAD2BDF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" y="2488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20203" name="Rectangle 43">
              <a:extLst>
                <a:ext uri="{FF2B5EF4-FFF2-40B4-BE49-F238E27FC236}">
                  <a16:creationId xmlns:a16="http://schemas.microsoft.com/office/drawing/2014/main" id="{15BD49E1-F49C-985E-BA82-41B93E832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" y="2225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0204" name="Rectangle 44">
              <a:extLst>
                <a:ext uri="{FF2B5EF4-FFF2-40B4-BE49-F238E27FC236}">
                  <a16:creationId xmlns:a16="http://schemas.microsoft.com/office/drawing/2014/main" id="{5BC9DC85-8087-5E3B-F0ED-CA9BDF6C0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2" y="2488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20234" name="Group 74">
            <a:extLst>
              <a:ext uri="{FF2B5EF4-FFF2-40B4-BE49-F238E27FC236}">
                <a16:creationId xmlns:a16="http://schemas.microsoft.com/office/drawing/2014/main" id="{209455E1-CBFD-B0AD-110A-0D51A63415DA}"/>
              </a:ext>
            </a:extLst>
          </p:cNvPr>
          <p:cNvGrpSpPr>
            <a:grpSpLocks/>
          </p:cNvGrpSpPr>
          <p:nvPr/>
        </p:nvGrpSpPr>
        <p:grpSpPr bwMode="auto">
          <a:xfrm>
            <a:off x="1497013" y="4430713"/>
            <a:ext cx="6518275" cy="882650"/>
            <a:chOff x="641" y="2781"/>
            <a:chExt cx="4106" cy="556"/>
          </a:xfrm>
        </p:grpSpPr>
        <p:sp>
          <p:nvSpPr>
            <p:cNvPr id="220205" name="Rectangle 45">
              <a:extLst>
                <a:ext uri="{FF2B5EF4-FFF2-40B4-BE49-F238E27FC236}">
                  <a16:creationId xmlns:a16="http://schemas.microsoft.com/office/drawing/2014/main" id="{DAED114A-16D5-0370-09CE-DC6C02E96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04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06" name="Line 46">
              <a:extLst>
                <a:ext uri="{FF2B5EF4-FFF2-40B4-BE49-F238E27FC236}">
                  <a16:creationId xmlns:a16="http://schemas.microsoft.com/office/drawing/2014/main" id="{9F727584-FA8B-8584-C61C-8DC3D7D2E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303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07" name="Line 47">
              <a:extLst>
                <a:ext uri="{FF2B5EF4-FFF2-40B4-BE49-F238E27FC236}">
                  <a16:creationId xmlns:a16="http://schemas.microsoft.com/office/drawing/2014/main" id="{BDCA2160-F2A2-627C-8FBF-D31BCB533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08" name="Line 48">
              <a:extLst>
                <a:ext uri="{FF2B5EF4-FFF2-40B4-BE49-F238E27FC236}">
                  <a16:creationId xmlns:a16="http://schemas.microsoft.com/office/drawing/2014/main" id="{BFDB1674-99AB-4E28-94AA-0E75DB173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09" name="Line 49">
              <a:extLst>
                <a:ext uri="{FF2B5EF4-FFF2-40B4-BE49-F238E27FC236}">
                  <a16:creationId xmlns:a16="http://schemas.microsoft.com/office/drawing/2014/main" id="{CD7B3101-AA94-5E4C-D9CA-7F1EC7996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10" name="Line 50">
              <a:extLst>
                <a:ext uri="{FF2B5EF4-FFF2-40B4-BE49-F238E27FC236}">
                  <a16:creationId xmlns:a16="http://schemas.microsoft.com/office/drawing/2014/main" id="{B1840D57-775A-6FCE-8D0D-C1343D653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304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11" name="Rectangle 51">
              <a:extLst>
                <a:ext uri="{FF2B5EF4-FFF2-40B4-BE49-F238E27FC236}">
                  <a16:creationId xmlns:a16="http://schemas.microsoft.com/office/drawing/2014/main" id="{6C6A559D-60A4-0AB2-19F8-A29606772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304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33"/>
                  </a:solidFill>
                </a:rPr>
                <a:t>42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0212" name="Rectangle 52">
              <a:extLst>
                <a:ext uri="{FF2B5EF4-FFF2-40B4-BE49-F238E27FC236}">
                  <a16:creationId xmlns:a16="http://schemas.microsoft.com/office/drawing/2014/main" id="{C9ED9DD8-4353-021B-488A-735441B56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304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35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0213" name="Rectangle 53">
              <a:extLst>
                <a:ext uri="{FF2B5EF4-FFF2-40B4-BE49-F238E27FC236}">
                  <a16:creationId xmlns:a16="http://schemas.microsoft.com/office/drawing/2014/main" id="{E4196B05-E4C8-2B8F-1B14-ED39D4388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3049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 5</a:t>
              </a:r>
              <a:endParaRPr lang="en-US" altLang="en-US" b="0"/>
            </a:p>
          </p:txBody>
        </p:sp>
        <p:sp>
          <p:nvSpPr>
            <p:cNvPr id="220214" name="Rectangle 54">
              <a:extLst>
                <a:ext uri="{FF2B5EF4-FFF2-40B4-BE49-F238E27FC236}">
                  <a16:creationId xmlns:a16="http://schemas.microsoft.com/office/drawing/2014/main" id="{CCB69933-B1AE-A1A1-9E43-F76BD0FF0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304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220215" name="Rectangle 55">
              <a:extLst>
                <a:ext uri="{FF2B5EF4-FFF2-40B4-BE49-F238E27FC236}">
                  <a16:creationId xmlns:a16="http://schemas.microsoft.com/office/drawing/2014/main" id="{39017E1E-7BE1-1A94-FBD4-B0530327F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4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20216" name="Rectangle 56">
              <a:extLst>
                <a:ext uri="{FF2B5EF4-FFF2-40B4-BE49-F238E27FC236}">
                  <a16:creationId xmlns:a16="http://schemas.microsoft.com/office/drawing/2014/main" id="{50EFA462-183D-43BB-6364-C6BE29445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781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0217" name="Rectangle 57">
              <a:extLst>
                <a:ext uri="{FF2B5EF4-FFF2-40B4-BE49-F238E27FC236}">
                  <a16:creationId xmlns:a16="http://schemas.microsoft.com/office/drawing/2014/main" id="{9D084D00-9BA1-BDF7-5E5E-E101D727D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304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20235" name="Group 75">
            <a:extLst>
              <a:ext uri="{FF2B5EF4-FFF2-40B4-BE49-F238E27FC236}">
                <a16:creationId xmlns:a16="http://schemas.microsoft.com/office/drawing/2014/main" id="{4ABDFEC6-55F6-06D6-66DD-6021E5B43444}"/>
              </a:ext>
            </a:extLst>
          </p:cNvPr>
          <p:cNvGrpSpPr>
            <a:grpSpLocks/>
          </p:cNvGrpSpPr>
          <p:nvPr/>
        </p:nvGrpSpPr>
        <p:grpSpPr bwMode="auto">
          <a:xfrm>
            <a:off x="1497013" y="5351463"/>
            <a:ext cx="6518275" cy="882650"/>
            <a:chOff x="641" y="3361"/>
            <a:chExt cx="4106" cy="556"/>
          </a:xfrm>
        </p:grpSpPr>
        <p:sp>
          <p:nvSpPr>
            <p:cNvPr id="220218" name="Rectangle 58">
              <a:extLst>
                <a:ext uri="{FF2B5EF4-FFF2-40B4-BE49-F238E27FC236}">
                  <a16:creationId xmlns:a16="http://schemas.microsoft.com/office/drawing/2014/main" id="{3F962914-0FA3-E3CD-1178-3A01A5D2B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19" name="Line 59">
              <a:extLst>
                <a:ext uri="{FF2B5EF4-FFF2-40B4-BE49-F238E27FC236}">
                  <a16:creationId xmlns:a16="http://schemas.microsoft.com/office/drawing/2014/main" id="{0D018B10-921E-2ED1-96C4-FEB07DE03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20" name="Line 60">
              <a:extLst>
                <a:ext uri="{FF2B5EF4-FFF2-40B4-BE49-F238E27FC236}">
                  <a16:creationId xmlns:a16="http://schemas.microsoft.com/office/drawing/2014/main" id="{049E1E53-3353-DAC2-15ED-0C1DF959D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21" name="Line 61">
              <a:extLst>
                <a:ext uri="{FF2B5EF4-FFF2-40B4-BE49-F238E27FC236}">
                  <a16:creationId xmlns:a16="http://schemas.microsoft.com/office/drawing/2014/main" id="{FACD636C-0E55-C4D2-DBC2-2CD80F81E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22" name="Line 62">
              <a:extLst>
                <a:ext uri="{FF2B5EF4-FFF2-40B4-BE49-F238E27FC236}">
                  <a16:creationId xmlns:a16="http://schemas.microsoft.com/office/drawing/2014/main" id="{FC323B33-3F65-46F0-2ADA-F2B98963D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23" name="Line 63">
              <a:extLst>
                <a:ext uri="{FF2B5EF4-FFF2-40B4-BE49-F238E27FC236}">
                  <a16:creationId xmlns:a16="http://schemas.microsoft.com/office/drawing/2014/main" id="{D2D61505-7C52-DE6C-1628-BBB0316A8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24" name="Rectangle 64">
              <a:extLst>
                <a:ext uri="{FF2B5EF4-FFF2-40B4-BE49-F238E27FC236}">
                  <a16:creationId xmlns:a16="http://schemas.microsoft.com/office/drawing/2014/main" id="{8B6F4E31-0990-D1AF-723E-752FF480A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362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33"/>
                  </a:solidFill>
                </a:rPr>
                <a:t>42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0225" name="Rectangle 65">
              <a:extLst>
                <a:ext uri="{FF2B5EF4-FFF2-40B4-BE49-F238E27FC236}">
                  <a16:creationId xmlns:a16="http://schemas.microsoft.com/office/drawing/2014/main" id="{4B6AF9B7-7443-5B34-F95C-D5B7041A2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35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0226" name="Rectangle 66">
              <a:extLst>
                <a:ext uri="{FF2B5EF4-FFF2-40B4-BE49-F238E27FC236}">
                  <a16:creationId xmlns:a16="http://schemas.microsoft.com/office/drawing/2014/main" id="{94AD1BAD-E4C6-5163-2592-1ADB94BC9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12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0227" name="Rectangle 67">
              <a:extLst>
                <a:ext uri="{FF2B5EF4-FFF2-40B4-BE49-F238E27FC236}">
                  <a16:creationId xmlns:a16="http://schemas.microsoft.com/office/drawing/2014/main" id="{DA34B19C-08C3-48D6-3855-79356C0B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362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3333FF"/>
                  </a:solidFill>
                </a:rPr>
                <a:t>5</a:t>
              </a:r>
              <a:endParaRPr lang="en-US" altLang="en-US" b="0">
                <a:solidFill>
                  <a:srgbClr val="3333FF"/>
                </a:solidFill>
              </a:endParaRPr>
            </a:p>
          </p:txBody>
        </p:sp>
        <p:sp>
          <p:nvSpPr>
            <p:cNvPr id="220228" name="Rectangle 68">
              <a:extLst>
                <a:ext uri="{FF2B5EF4-FFF2-40B4-BE49-F238E27FC236}">
                  <a16:creationId xmlns:a16="http://schemas.microsoft.com/office/drawing/2014/main" id="{1C4E78BF-DF64-E7D5-DAC4-E4E4F6A27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62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20229" name="Rectangle 69">
              <a:extLst>
                <a:ext uri="{FF2B5EF4-FFF2-40B4-BE49-F238E27FC236}">
                  <a16:creationId xmlns:a16="http://schemas.microsoft.com/office/drawing/2014/main" id="{6D0CE72F-8903-AEEA-4DF5-5B3132E9C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361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0230" name="Rectangle 70">
              <a:extLst>
                <a:ext uri="{FF2B5EF4-FFF2-40B4-BE49-F238E27FC236}">
                  <a16:creationId xmlns:a16="http://schemas.microsoft.com/office/drawing/2014/main" id="{9C0B7C82-5572-75EA-09DA-755D38D22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3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101</a:t>
              </a:r>
            </a:p>
          </p:txBody>
        </p:sp>
      </p:grpSp>
      <p:grpSp>
        <p:nvGrpSpPr>
          <p:cNvPr id="220238" name="Group 78">
            <a:extLst>
              <a:ext uri="{FF2B5EF4-FFF2-40B4-BE49-F238E27FC236}">
                <a16:creationId xmlns:a16="http://schemas.microsoft.com/office/drawing/2014/main" id="{721E8701-091F-08E1-7A42-567F56D2DE8E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2143125"/>
            <a:ext cx="1011237" cy="4106863"/>
            <a:chOff x="225" y="1350"/>
            <a:chExt cx="637" cy="2587"/>
          </a:xfrm>
        </p:grpSpPr>
        <p:sp>
          <p:nvSpPr>
            <p:cNvPr id="220236" name="AutoShape 76">
              <a:extLst>
                <a:ext uri="{FF2B5EF4-FFF2-40B4-BE49-F238E27FC236}">
                  <a16:creationId xmlns:a16="http://schemas.microsoft.com/office/drawing/2014/main" id="{5D510659-86F3-4394-350C-429A9183B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350"/>
              <a:ext cx="385" cy="2587"/>
            </a:xfrm>
            <a:prstGeom prst="leftBrace">
              <a:avLst>
                <a:gd name="adj1" fmla="val 55996"/>
                <a:gd name="adj2" fmla="val 50000"/>
              </a:avLst>
            </a:prstGeom>
            <a:noFill/>
            <a:ln w="38100">
              <a:solidFill>
                <a:srgbClr val="3333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237" name="Text Box 77">
              <a:extLst>
                <a:ext uri="{FF2B5EF4-FFF2-40B4-BE49-F238E27FC236}">
                  <a16:creationId xmlns:a16="http://schemas.microsoft.com/office/drawing/2014/main" id="{659C98A6-9B3A-293E-8866-4D8FEC59D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03" y="2498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olidFill>
                    <a:srgbClr val="3333FF"/>
                  </a:solidFill>
                </a:rPr>
                <a:t>N - 1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F4B4CD2E-9F37-B1D6-198B-E9281CA10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Reducing the Number of Comparisons</a:t>
            </a:r>
          </a:p>
        </p:txBody>
      </p:sp>
      <p:grpSp>
        <p:nvGrpSpPr>
          <p:cNvPr id="221243" name="Group 59">
            <a:extLst>
              <a:ext uri="{FF2B5EF4-FFF2-40B4-BE49-F238E27FC236}">
                <a16:creationId xmlns:a16="http://schemas.microsoft.com/office/drawing/2014/main" id="{37DAC333-95B6-6E1A-B932-8389D6D745DC}"/>
              </a:ext>
            </a:extLst>
          </p:cNvPr>
          <p:cNvGrpSpPr>
            <a:grpSpLocks/>
          </p:cNvGrpSpPr>
          <p:nvPr/>
        </p:nvGrpSpPr>
        <p:grpSpPr bwMode="auto">
          <a:xfrm>
            <a:off x="1050925" y="1682750"/>
            <a:ext cx="6518275" cy="882650"/>
            <a:chOff x="641" y="3361"/>
            <a:chExt cx="4106" cy="556"/>
          </a:xfrm>
        </p:grpSpPr>
        <p:sp>
          <p:nvSpPr>
            <p:cNvPr id="221244" name="Rectangle 60">
              <a:extLst>
                <a:ext uri="{FF2B5EF4-FFF2-40B4-BE49-F238E27FC236}">
                  <a16:creationId xmlns:a16="http://schemas.microsoft.com/office/drawing/2014/main" id="{6BD80406-C2B6-4BD3-4158-0D545D3F9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45" name="Line 61">
              <a:extLst>
                <a:ext uri="{FF2B5EF4-FFF2-40B4-BE49-F238E27FC236}">
                  <a16:creationId xmlns:a16="http://schemas.microsoft.com/office/drawing/2014/main" id="{2147488C-EC3A-15CE-08D6-F592B5D5D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46" name="Line 62">
              <a:extLst>
                <a:ext uri="{FF2B5EF4-FFF2-40B4-BE49-F238E27FC236}">
                  <a16:creationId xmlns:a16="http://schemas.microsoft.com/office/drawing/2014/main" id="{CB754F07-F574-02B5-151B-2EFF3C96D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47" name="Line 63">
              <a:extLst>
                <a:ext uri="{FF2B5EF4-FFF2-40B4-BE49-F238E27FC236}">
                  <a16:creationId xmlns:a16="http://schemas.microsoft.com/office/drawing/2014/main" id="{E76C9714-68EF-3E51-AB15-B1B7A71A1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48" name="Line 64">
              <a:extLst>
                <a:ext uri="{FF2B5EF4-FFF2-40B4-BE49-F238E27FC236}">
                  <a16:creationId xmlns:a16="http://schemas.microsoft.com/office/drawing/2014/main" id="{7FAEF65D-69E2-48A2-B606-FB5148504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49" name="Line 65">
              <a:extLst>
                <a:ext uri="{FF2B5EF4-FFF2-40B4-BE49-F238E27FC236}">
                  <a16:creationId xmlns:a16="http://schemas.microsoft.com/office/drawing/2014/main" id="{92BAF40C-9C26-57F8-3443-5C37E2986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250" name="Rectangle 66">
              <a:extLst>
                <a:ext uri="{FF2B5EF4-FFF2-40B4-BE49-F238E27FC236}">
                  <a16:creationId xmlns:a16="http://schemas.microsoft.com/office/drawing/2014/main" id="{A1B036C1-91CE-183E-36A0-6A8B4F274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362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221251" name="Rectangle 67">
              <a:extLst>
                <a:ext uri="{FF2B5EF4-FFF2-40B4-BE49-F238E27FC236}">
                  <a16:creationId xmlns:a16="http://schemas.microsoft.com/office/drawing/2014/main" id="{A638DC7E-F3A2-D64F-3D83-C697F38EB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35</a:t>
              </a:r>
              <a:endParaRPr lang="en-US" altLang="en-US" b="0"/>
            </a:p>
          </p:txBody>
        </p:sp>
        <p:sp>
          <p:nvSpPr>
            <p:cNvPr id="221252" name="Rectangle 68">
              <a:extLst>
                <a:ext uri="{FF2B5EF4-FFF2-40B4-BE49-F238E27FC236}">
                  <a16:creationId xmlns:a16="http://schemas.microsoft.com/office/drawing/2014/main" id="{EC2BFAA2-9C09-F2AB-CDE1-FAE3D082D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42</a:t>
              </a:r>
              <a:endParaRPr lang="en-US" altLang="en-US" b="0"/>
            </a:p>
          </p:txBody>
        </p:sp>
        <p:sp>
          <p:nvSpPr>
            <p:cNvPr id="221253" name="Rectangle 69">
              <a:extLst>
                <a:ext uri="{FF2B5EF4-FFF2-40B4-BE49-F238E27FC236}">
                  <a16:creationId xmlns:a16="http://schemas.microsoft.com/office/drawing/2014/main" id="{D2DC464A-6989-B036-5FCB-F8E738704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3626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77</a:t>
              </a:r>
              <a:endParaRPr lang="en-US" altLang="en-US" b="0"/>
            </a:p>
          </p:txBody>
        </p:sp>
        <p:sp>
          <p:nvSpPr>
            <p:cNvPr id="221254" name="Rectangle 70">
              <a:extLst>
                <a:ext uri="{FF2B5EF4-FFF2-40B4-BE49-F238E27FC236}">
                  <a16:creationId xmlns:a16="http://schemas.microsoft.com/office/drawing/2014/main" id="{9A9EA466-293E-20FC-4E3D-8465A14A6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101</a:t>
              </a:r>
            </a:p>
          </p:txBody>
        </p:sp>
        <p:sp>
          <p:nvSpPr>
            <p:cNvPr id="221255" name="Rectangle 71">
              <a:extLst>
                <a:ext uri="{FF2B5EF4-FFF2-40B4-BE49-F238E27FC236}">
                  <a16:creationId xmlns:a16="http://schemas.microsoft.com/office/drawing/2014/main" id="{C716DB31-37AE-41FD-2E32-9AD5AEC19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361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1256" name="Rectangle 72">
              <a:extLst>
                <a:ext uri="{FF2B5EF4-FFF2-40B4-BE49-F238E27FC236}">
                  <a16:creationId xmlns:a16="http://schemas.microsoft.com/office/drawing/2014/main" id="{93E25C73-C836-3D58-1DFE-D436500E2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362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5</a:t>
              </a:r>
            </a:p>
          </p:txBody>
        </p:sp>
      </p:grpSp>
      <p:grpSp>
        <p:nvGrpSpPr>
          <p:cNvPr id="221268" name="Group 84">
            <a:extLst>
              <a:ext uri="{FF2B5EF4-FFF2-40B4-BE49-F238E27FC236}">
                <a16:creationId xmlns:a16="http://schemas.microsoft.com/office/drawing/2014/main" id="{22D0AA50-D9E8-4EF8-991B-4D2192CB3C73}"/>
              </a:ext>
            </a:extLst>
          </p:cNvPr>
          <p:cNvGrpSpPr>
            <a:grpSpLocks/>
          </p:cNvGrpSpPr>
          <p:nvPr/>
        </p:nvGrpSpPr>
        <p:grpSpPr bwMode="auto">
          <a:xfrm>
            <a:off x="1060450" y="2530475"/>
            <a:ext cx="6523038" cy="882650"/>
            <a:chOff x="668" y="1594"/>
            <a:chExt cx="4109" cy="556"/>
          </a:xfrm>
        </p:grpSpPr>
        <p:grpSp>
          <p:nvGrpSpPr>
            <p:cNvPr id="221187" name="Group 3">
              <a:extLst>
                <a:ext uri="{FF2B5EF4-FFF2-40B4-BE49-F238E27FC236}">
                  <a16:creationId xmlns:a16="http://schemas.microsoft.com/office/drawing/2014/main" id="{16056745-A954-E129-6765-433634E4B0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" y="1594"/>
              <a:ext cx="4106" cy="556"/>
              <a:chOff x="644" y="1072"/>
              <a:chExt cx="4106" cy="556"/>
            </a:xfrm>
          </p:grpSpPr>
          <p:sp>
            <p:nvSpPr>
              <p:cNvPr id="221188" name="Rectangle 4">
                <a:extLst>
                  <a:ext uri="{FF2B5EF4-FFF2-40B4-BE49-F238E27FC236}">
                    <a16:creationId xmlns:a16="http://schemas.microsoft.com/office/drawing/2014/main" id="{4AEA7788-E44B-5AA9-2E78-09611DB7D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1332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189" name="Line 5">
                <a:extLst>
                  <a:ext uri="{FF2B5EF4-FFF2-40B4-BE49-F238E27FC236}">
                    <a16:creationId xmlns:a16="http://schemas.microsoft.com/office/drawing/2014/main" id="{CAB122C7-3AC5-A870-DFD7-98214A7EC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0" y="1330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190" name="Line 6">
                <a:extLst>
                  <a:ext uri="{FF2B5EF4-FFF2-40B4-BE49-F238E27FC236}">
                    <a16:creationId xmlns:a16="http://schemas.microsoft.com/office/drawing/2014/main" id="{3668ECC6-4F2E-FC96-C87F-170D16483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1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191" name="Line 7">
                <a:extLst>
                  <a:ext uri="{FF2B5EF4-FFF2-40B4-BE49-F238E27FC236}">
                    <a16:creationId xmlns:a16="http://schemas.microsoft.com/office/drawing/2014/main" id="{54892512-E2E7-BF65-2656-B0F0510C0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5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192" name="Line 8">
                <a:extLst>
                  <a:ext uri="{FF2B5EF4-FFF2-40B4-BE49-F238E27FC236}">
                    <a16:creationId xmlns:a16="http://schemas.microsoft.com/office/drawing/2014/main" id="{692601D8-88C2-920C-B0F5-2DABC1639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4" y="1330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193" name="Line 9">
                <a:extLst>
                  <a:ext uri="{FF2B5EF4-FFF2-40B4-BE49-F238E27FC236}">
                    <a16:creationId xmlns:a16="http://schemas.microsoft.com/office/drawing/2014/main" id="{9827183B-39E9-E9C3-52A2-690F0B342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1" y="1335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194" name="Rectangle 10">
                <a:extLst>
                  <a:ext uri="{FF2B5EF4-FFF2-40B4-BE49-F238E27FC236}">
                    <a16:creationId xmlns:a16="http://schemas.microsoft.com/office/drawing/2014/main" id="{74541114-08CE-E472-5050-BCB4F83FD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6" y="1335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77</a:t>
                </a:r>
                <a:endParaRPr lang="en-US" altLang="en-US" b="0"/>
              </a:p>
            </p:txBody>
          </p:sp>
          <p:sp>
            <p:nvSpPr>
              <p:cNvPr id="221195" name="Rectangle 11">
                <a:extLst>
                  <a:ext uri="{FF2B5EF4-FFF2-40B4-BE49-F238E27FC236}">
                    <a16:creationId xmlns:a16="http://schemas.microsoft.com/office/drawing/2014/main" id="{6A228703-1171-5CAF-CF8F-C14918D5A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2" y="134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12</a:t>
                </a:r>
                <a:endParaRPr lang="en-US" altLang="en-US" b="0"/>
              </a:p>
            </p:txBody>
          </p:sp>
          <p:sp>
            <p:nvSpPr>
              <p:cNvPr id="221196" name="Rectangle 12">
                <a:extLst>
                  <a:ext uri="{FF2B5EF4-FFF2-40B4-BE49-F238E27FC236}">
                    <a16:creationId xmlns:a16="http://schemas.microsoft.com/office/drawing/2014/main" id="{BE4D2E90-811A-70C8-75EE-C03F1A1FA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8" y="134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35</a:t>
                </a:r>
                <a:endParaRPr lang="en-US" altLang="en-US" b="0"/>
              </a:p>
            </p:txBody>
          </p:sp>
          <p:sp>
            <p:nvSpPr>
              <p:cNvPr id="221197" name="Rectangle 13">
                <a:extLst>
                  <a:ext uri="{FF2B5EF4-FFF2-40B4-BE49-F238E27FC236}">
                    <a16:creationId xmlns:a16="http://schemas.microsoft.com/office/drawing/2014/main" id="{01F63112-4E15-B6E2-BC1A-3F5786F2C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37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42</a:t>
                </a:r>
                <a:endParaRPr lang="en-US" altLang="en-US" b="0"/>
              </a:p>
            </p:txBody>
          </p:sp>
          <p:sp>
            <p:nvSpPr>
              <p:cNvPr id="221198" name="Rectangle 14">
                <a:extLst>
                  <a:ext uri="{FF2B5EF4-FFF2-40B4-BE49-F238E27FC236}">
                    <a16:creationId xmlns:a16="http://schemas.microsoft.com/office/drawing/2014/main" id="{2B31AAC8-7F67-7E88-D91C-A1D16FB7C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" y="1335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 5</a:t>
                </a:r>
              </a:p>
            </p:txBody>
          </p:sp>
          <p:sp>
            <p:nvSpPr>
              <p:cNvPr id="221199" name="Rectangle 15">
                <a:extLst>
                  <a:ext uri="{FF2B5EF4-FFF2-40B4-BE49-F238E27FC236}">
                    <a16:creationId xmlns:a16="http://schemas.microsoft.com/office/drawing/2014/main" id="{83365244-3B63-D0EC-5289-974F779FB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1" y="1072"/>
                <a:ext cx="36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1          2          3          4            5            6</a:t>
                </a:r>
                <a:endParaRPr lang="en-US" altLang="en-US" b="0"/>
              </a:p>
            </p:txBody>
          </p:sp>
          <p:sp>
            <p:nvSpPr>
              <p:cNvPr id="221200" name="Rectangle 16">
                <a:extLst>
                  <a:ext uri="{FF2B5EF4-FFF2-40B4-BE49-F238E27FC236}">
                    <a16:creationId xmlns:a16="http://schemas.microsoft.com/office/drawing/2014/main" id="{39CB74BF-F4A0-4CDF-6733-01E4FCF49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2" y="1335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221260" name="Rectangle 76">
              <a:extLst>
                <a:ext uri="{FF2B5EF4-FFF2-40B4-BE49-F238E27FC236}">
                  <a16:creationId xmlns:a16="http://schemas.microsoft.com/office/drawing/2014/main" id="{C47D764B-807C-EF02-B934-58AAA2877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1852"/>
              <a:ext cx="3360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1264" name="Group 80">
            <a:extLst>
              <a:ext uri="{FF2B5EF4-FFF2-40B4-BE49-F238E27FC236}">
                <a16:creationId xmlns:a16="http://schemas.microsoft.com/office/drawing/2014/main" id="{11627B5E-1075-27E6-8C77-3794A15B2864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3449638"/>
            <a:ext cx="6523037" cy="882650"/>
            <a:chOff x="940" y="1661"/>
            <a:chExt cx="4109" cy="556"/>
          </a:xfrm>
        </p:grpSpPr>
        <p:grpSp>
          <p:nvGrpSpPr>
            <p:cNvPr id="221201" name="Group 17">
              <a:extLst>
                <a:ext uri="{FF2B5EF4-FFF2-40B4-BE49-F238E27FC236}">
                  <a16:creationId xmlns:a16="http://schemas.microsoft.com/office/drawing/2014/main" id="{41C44271-72DA-77C4-B94A-80038DDD1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3" y="1661"/>
              <a:ext cx="4106" cy="556"/>
              <a:chOff x="641" y="1651"/>
              <a:chExt cx="4106" cy="556"/>
            </a:xfrm>
          </p:grpSpPr>
          <p:sp>
            <p:nvSpPr>
              <p:cNvPr id="221202" name="Rectangle 18">
                <a:extLst>
                  <a:ext uri="{FF2B5EF4-FFF2-40B4-BE49-F238E27FC236}">
                    <a16:creationId xmlns:a16="http://schemas.microsoft.com/office/drawing/2014/main" id="{E28E7EDA-2A65-D600-CFA5-615A23EEE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1911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03" name="Line 19">
                <a:extLst>
                  <a:ext uri="{FF2B5EF4-FFF2-40B4-BE49-F238E27FC236}">
                    <a16:creationId xmlns:a16="http://schemas.microsoft.com/office/drawing/2014/main" id="{9225727F-ACF0-1677-C2D4-7CADA50BD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7" y="1909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04" name="Line 20">
                <a:extLst>
                  <a:ext uri="{FF2B5EF4-FFF2-40B4-BE49-F238E27FC236}">
                    <a16:creationId xmlns:a16="http://schemas.microsoft.com/office/drawing/2014/main" id="{19E7C9F1-D5A6-F572-8E01-2DF718B35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8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05" name="Line 21">
                <a:extLst>
                  <a:ext uri="{FF2B5EF4-FFF2-40B4-BE49-F238E27FC236}">
                    <a16:creationId xmlns:a16="http://schemas.microsoft.com/office/drawing/2014/main" id="{8DAF4AB4-C728-5E0C-22C0-A5A4B1CA71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2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06" name="Line 22">
                <a:extLst>
                  <a:ext uri="{FF2B5EF4-FFF2-40B4-BE49-F238E27FC236}">
                    <a16:creationId xmlns:a16="http://schemas.microsoft.com/office/drawing/2014/main" id="{72A0244B-138F-0293-7BA3-46743204D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1" y="190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07" name="Line 23">
                <a:extLst>
                  <a:ext uri="{FF2B5EF4-FFF2-40B4-BE49-F238E27FC236}">
                    <a16:creationId xmlns:a16="http://schemas.microsoft.com/office/drawing/2014/main" id="{FE01CE5C-7033-55BF-06B7-C2FC1C7D3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8" y="1914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08" name="Rectangle 24">
                <a:extLst>
                  <a:ext uri="{FF2B5EF4-FFF2-40B4-BE49-F238E27FC236}">
                    <a16:creationId xmlns:a16="http://schemas.microsoft.com/office/drawing/2014/main" id="{F4F8D564-46F6-AFA1-6AF0-8AC2B5F9A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3" y="1914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5</a:t>
                </a:r>
                <a:endParaRPr lang="en-US" altLang="en-US" b="0"/>
              </a:p>
            </p:txBody>
          </p:sp>
          <p:sp>
            <p:nvSpPr>
              <p:cNvPr id="221209" name="Rectangle 25">
                <a:extLst>
                  <a:ext uri="{FF2B5EF4-FFF2-40B4-BE49-F238E27FC236}">
                    <a16:creationId xmlns:a16="http://schemas.microsoft.com/office/drawing/2014/main" id="{A5DF4A16-30BB-015B-006A-72BB3DA59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9" y="1919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42</a:t>
                </a:r>
                <a:endParaRPr lang="en-US" altLang="en-US" b="0"/>
              </a:p>
            </p:txBody>
          </p:sp>
          <p:sp>
            <p:nvSpPr>
              <p:cNvPr id="221210" name="Rectangle 26">
                <a:extLst>
                  <a:ext uri="{FF2B5EF4-FFF2-40B4-BE49-F238E27FC236}">
                    <a16:creationId xmlns:a16="http://schemas.microsoft.com/office/drawing/2014/main" id="{668C7AAA-55B3-C5DB-0B15-7C7F368CB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1919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12</a:t>
                </a:r>
                <a:endParaRPr lang="en-US" altLang="en-US" b="0"/>
              </a:p>
            </p:txBody>
          </p:sp>
          <p:sp>
            <p:nvSpPr>
              <p:cNvPr id="221211" name="Rectangle 27">
                <a:extLst>
                  <a:ext uri="{FF2B5EF4-FFF2-40B4-BE49-F238E27FC236}">
                    <a16:creationId xmlns:a16="http://schemas.microsoft.com/office/drawing/2014/main" id="{FF0A2799-A9F5-FA8E-2AD2-DA6E2F4BD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1916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35</a:t>
                </a:r>
                <a:endParaRPr lang="en-US" altLang="en-US" b="0"/>
              </a:p>
            </p:txBody>
          </p:sp>
          <p:sp>
            <p:nvSpPr>
              <p:cNvPr id="221212" name="Rectangle 28">
                <a:extLst>
                  <a:ext uri="{FF2B5EF4-FFF2-40B4-BE49-F238E27FC236}">
                    <a16:creationId xmlns:a16="http://schemas.microsoft.com/office/drawing/2014/main" id="{FB4D1F48-4EE0-2FC6-F70B-A5FE2E8916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" y="1914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77</a:t>
                </a:r>
              </a:p>
            </p:txBody>
          </p:sp>
          <p:sp>
            <p:nvSpPr>
              <p:cNvPr id="221213" name="Rectangle 29">
                <a:extLst>
                  <a:ext uri="{FF2B5EF4-FFF2-40B4-BE49-F238E27FC236}">
                    <a16:creationId xmlns:a16="http://schemas.microsoft.com/office/drawing/2014/main" id="{25EAD934-8A10-C519-2973-BF2A66EAE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1651"/>
                <a:ext cx="36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1          2          3          4            5            6</a:t>
                </a:r>
                <a:endParaRPr lang="en-US" altLang="en-US" b="0"/>
              </a:p>
            </p:txBody>
          </p:sp>
          <p:sp>
            <p:nvSpPr>
              <p:cNvPr id="221214" name="Rectangle 30">
                <a:extLst>
                  <a:ext uri="{FF2B5EF4-FFF2-40B4-BE49-F238E27FC236}">
                    <a16:creationId xmlns:a16="http://schemas.microsoft.com/office/drawing/2014/main" id="{96DA2882-087C-565A-1EE1-4287E4664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9" y="1914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221261" name="Rectangle 77">
              <a:extLst>
                <a:ext uri="{FF2B5EF4-FFF2-40B4-BE49-F238E27FC236}">
                  <a16:creationId xmlns:a16="http://schemas.microsoft.com/office/drawing/2014/main" id="{86B9D084-3724-5D44-C5CF-925FC9C6D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" y="1919"/>
              <a:ext cx="2633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1265" name="Group 81">
            <a:extLst>
              <a:ext uri="{FF2B5EF4-FFF2-40B4-BE49-F238E27FC236}">
                <a16:creationId xmlns:a16="http://schemas.microsoft.com/office/drawing/2014/main" id="{23DB370B-268D-89F7-F5C1-91AA69FA05AD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4360863"/>
            <a:ext cx="6527800" cy="882650"/>
            <a:chOff x="940" y="2235"/>
            <a:chExt cx="4112" cy="556"/>
          </a:xfrm>
        </p:grpSpPr>
        <p:grpSp>
          <p:nvGrpSpPr>
            <p:cNvPr id="221215" name="Group 31">
              <a:extLst>
                <a:ext uri="{FF2B5EF4-FFF2-40B4-BE49-F238E27FC236}">
                  <a16:creationId xmlns:a16="http://schemas.microsoft.com/office/drawing/2014/main" id="{7C50F7D2-D4CD-322C-9E66-1342D7326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6" y="2235"/>
              <a:ext cx="4106" cy="556"/>
              <a:chOff x="644" y="2225"/>
              <a:chExt cx="4106" cy="556"/>
            </a:xfrm>
          </p:grpSpPr>
          <p:sp>
            <p:nvSpPr>
              <p:cNvPr id="221216" name="Rectangle 32">
                <a:extLst>
                  <a:ext uri="{FF2B5EF4-FFF2-40B4-BE49-F238E27FC236}">
                    <a16:creationId xmlns:a16="http://schemas.microsoft.com/office/drawing/2014/main" id="{E4B38818-63DA-8D5F-3FC7-561162CA0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2485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17" name="Line 33">
                <a:extLst>
                  <a:ext uri="{FF2B5EF4-FFF2-40B4-BE49-F238E27FC236}">
                    <a16:creationId xmlns:a16="http://schemas.microsoft.com/office/drawing/2014/main" id="{38D8C6AD-2BA6-44DF-A754-F18213A6E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0" y="2483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18" name="Line 34">
                <a:extLst>
                  <a:ext uri="{FF2B5EF4-FFF2-40B4-BE49-F238E27FC236}">
                    <a16:creationId xmlns:a16="http://schemas.microsoft.com/office/drawing/2014/main" id="{D56A7E62-9134-68E5-0855-8FD73D927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1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19" name="Line 35">
                <a:extLst>
                  <a:ext uri="{FF2B5EF4-FFF2-40B4-BE49-F238E27FC236}">
                    <a16:creationId xmlns:a16="http://schemas.microsoft.com/office/drawing/2014/main" id="{3DA61238-8685-D7C3-14B6-DF0F8FDAF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5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20" name="Line 36">
                <a:extLst>
                  <a:ext uri="{FF2B5EF4-FFF2-40B4-BE49-F238E27FC236}">
                    <a16:creationId xmlns:a16="http://schemas.microsoft.com/office/drawing/2014/main" id="{7731C1F7-9923-A8D0-817C-F0397AA7E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4" y="2483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21" name="Line 37">
                <a:extLst>
                  <a:ext uri="{FF2B5EF4-FFF2-40B4-BE49-F238E27FC236}">
                    <a16:creationId xmlns:a16="http://schemas.microsoft.com/office/drawing/2014/main" id="{5E1CBE08-5479-04FD-3F09-480FD8CD6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1" y="2488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22" name="Rectangle 38">
                <a:extLst>
                  <a:ext uri="{FF2B5EF4-FFF2-40B4-BE49-F238E27FC236}">
                    <a16:creationId xmlns:a16="http://schemas.microsoft.com/office/drawing/2014/main" id="{4D6C156E-776D-5B8E-8F06-7F1173AE7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6" y="2488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>
                    <a:solidFill>
                      <a:srgbClr val="FF0033"/>
                    </a:solidFill>
                  </a:rPr>
                  <a:t>42</a:t>
                </a:r>
                <a:endParaRPr lang="en-US" altLang="en-US" b="0">
                  <a:solidFill>
                    <a:srgbClr val="FF0033"/>
                  </a:solidFill>
                </a:endParaRPr>
              </a:p>
            </p:txBody>
          </p:sp>
          <p:sp>
            <p:nvSpPr>
              <p:cNvPr id="221223" name="Rectangle 39">
                <a:extLst>
                  <a:ext uri="{FF2B5EF4-FFF2-40B4-BE49-F238E27FC236}">
                    <a16:creationId xmlns:a16="http://schemas.microsoft.com/office/drawing/2014/main" id="{128279CE-86C3-6573-7862-EAFFA8A63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2" y="2493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5</a:t>
                </a:r>
                <a:endParaRPr lang="en-US" altLang="en-US" b="0"/>
              </a:p>
            </p:txBody>
          </p:sp>
          <p:sp>
            <p:nvSpPr>
              <p:cNvPr id="221224" name="Rectangle 40">
                <a:extLst>
                  <a:ext uri="{FF2B5EF4-FFF2-40B4-BE49-F238E27FC236}">
                    <a16:creationId xmlns:a16="http://schemas.microsoft.com/office/drawing/2014/main" id="{33B06609-7118-CFBF-BBDE-DCE0C912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8" y="2493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35</a:t>
                </a:r>
                <a:endParaRPr lang="en-US" altLang="en-US" b="0"/>
              </a:p>
            </p:txBody>
          </p:sp>
          <p:sp>
            <p:nvSpPr>
              <p:cNvPr id="221225" name="Rectangle 41">
                <a:extLst>
                  <a:ext uri="{FF2B5EF4-FFF2-40B4-BE49-F238E27FC236}">
                    <a16:creationId xmlns:a16="http://schemas.microsoft.com/office/drawing/2014/main" id="{0BB20D0B-7647-543F-B8BC-F1271A792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2490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12</a:t>
                </a:r>
                <a:endParaRPr lang="en-US" altLang="en-US" b="0"/>
              </a:p>
            </p:txBody>
          </p:sp>
          <p:sp>
            <p:nvSpPr>
              <p:cNvPr id="221226" name="Rectangle 42">
                <a:extLst>
                  <a:ext uri="{FF2B5EF4-FFF2-40B4-BE49-F238E27FC236}">
                    <a16:creationId xmlns:a16="http://schemas.microsoft.com/office/drawing/2014/main" id="{6A1DAC22-4126-0EF5-9CF3-554CEF685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3" y="2488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77</a:t>
                </a:r>
              </a:p>
            </p:txBody>
          </p:sp>
          <p:sp>
            <p:nvSpPr>
              <p:cNvPr id="221227" name="Rectangle 43">
                <a:extLst>
                  <a:ext uri="{FF2B5EF4-FFF2-40B4-BE49-F238E27FC236}">
                    <a16:creationId xmlns:a16="http://schemas.microsoft.com/office/drawing/2014/main" id="{6F0E33E6-B723-F370-EB6C-279BA6422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1" y="2225"/>
                <a:ext cx="36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1          2          3          4            5            6</a:t>
                </a:r>
                <a:endParaRPr lang="en-US" altLang="en-US" b="0"/>
              </a:p>
            </p:txBody>
          </p:sp>
          <p:sp>
            <p:nvSpPr>
              <p:cNvPr id="221228" name="Rectangle 44">
                <a:extLst>
                  <a:ext uri="{FF2B5EF4-FFF2-40B4-BE49-F238E27FC236}">
                    <a16:creationId xmlns:a16="http://schemas.microsoft.com/office/drawing/2014/main" id="{BF774BCA-CEB9-C209-741E-281B9DDFF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2" y="2488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221262" name="Rectangle 78">
              <a:extLst>
                <a:ext uri="{FF2B5EF4-FFF2-40B4-BE49-F238E27FC236}">
                  <a16:creationId xmlns:a16="http://schemas.microsoft.com/office/drawing/2014/main" id="{C385F9C1-E485-FDC9-9906-5B5FF9A70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" y="2500"/>
              <a:ext cx="1937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1266" name="Group 82">
            <a:extLst>
              <a:ext uri="{FF2B5EF4-FFF2-40B4-BE49-F238E27FC236}">
                <a16:creationId xmlns:a16="http://schemas.microsoft.com/office/drawing/2014/main" id="{7ECA3F48-494B-7734-27EB-38695ED79178}"/>
              </a:ext>
            </a:extLst>
          </p:cNvPr>
          <p:cNvGrpSpPr>
            <a:grpSpLocks/>
          </p:cNvGrpSpPr>
          <p:nvPr/>
        </p:nvGrpSpPr>
        <p:grpSpPr bwMode="auto">
          <a:xfrm>
            <a:off x="1050925" y="5243513"/>
            <a:ext cx="6527800" cy="887412"/>
            <a:chOff x="937" y="2791"/>
            <a:chExt cx="4112" cy="559"/>
          </a:xfrm>
        </p:grpSpPr>
        <p:grpSp>
          <p:nvGrpSpPr>
            <p:cNvPr id="221229" name="Group 45">
              <a:extLst>
                <a:ext uri="{FF2B5EF4-FFF2-40B4-BE49-F238E27FC236}">
                  <a16:creationId xmlns:a16="http://schemas.microsoft.com/office/drawing/2014/main" id="{1E946731-EFC6-6112-58A1-6B379CBE7E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3" y="2791"/>
              <a:ext cx="4106" cy="556"/>
              <a:chOff x="641" y="2781"/>
              <a:chExt cx="4106" cy="556"/>
            </a:xfrm>
          </p:grpSpPr>
          <p:sp>
            <p:nvSpPr>
              <p:cNvPr id="221230" name="Rectangle 46">
                <a:extLst>
                  <a:ext uri="{FF2B5EF4-FFF2-40B4-BE49-F238E27FC236}">
                    <a16:creationId xmlns:a16="http://schemas.microsoft.com/office/drawing/2014/main" id="{A7246428-46C0-7C24-3823-00EF0D256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" y="3041"/>
                <a:ext cx="4106" cy="29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31" name="Line 47">
                <a:extLst>
                  <a:ext uri="{FF2B5EF4-FFF2-40B4-BE49-F238E27FC236}">
                    <a16:creationId xmlns:a16="http://schemas.microsoft.com/office/drawing/2014/main" id="{E37EBB39-22D8-9FBC-FA37-37B8631332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7" y="3039"/>
                <a:ext cx="0" cy="2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32" name="Line 48">
                <a:extLst>
                  <a:ext uri="{FF2B5EF4-FFF2-40B4-BE49-F238E27FC236}">
                    <a16:creationId xmlns:a16="http://schemas.microsoft.com/office/drawing/2014/main" id="{E88340B3-6EE4-7E17-AA1F-655BCC338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8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33" name="Line 49">
                <a:extLst>
                  <a:ext uri="{FF2B5EF4-FFF2-40B4-BE49-F238E27FC236}">
                    <a16:creationId xmlns:a16="http://schemas.microsoft.com/office/drawing/2014/main" id="{7B3DC0EB-8D01-B5B2-CCD5-A41B8C49C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2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34" name="Line 50">
                <a:extLst>
                  <a:ext uri="{FF2B5EF4-FFF2-40B4-BE49-F238E27FC236}">
                    <a16:creationId xmlns:a16="http://schemas.microsoft.com/office/drawing/2014/main" id="{CB300AB4-B346-1AAF-F79A-4D5A3753A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1" y="3039"/>
                <a:ext cx="0" cy="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35" name="Line 51">
                <a:extLst>
                  <a:ext uri="{FF2B5EF4-FFF2-40B4-BE49-F238E27FC236}">
                    <a16:creationId xmlns:a16="http://schemas.microsoft.com/office/drawing/2014/main" id="{2A4573A8-7E65-4752-2AD8-66B1D5000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8" y="3044"/>
                <a:ext cx="0" cy="2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1236" name="Rectangle 52">
                <a:extLst>
                  <a:ext uri="{FF2B5EF4-FFF2-40B4-BE49-F238E27FC236}">
                    <a16:creationId xmlns:a16="http://schemas.microsoft.com/office/drawing/2014/main" id="{2A75808A-2182-F7E8-27E6-5656CD293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3" y="3044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>
                    <a:solidFill>
                      <a:srgbClr val="FF0033"/>
                    </a:solidFill>
                  </a:rPr>
                  <a:t>42</a:t>
                </a:r>
                <a:endParaRPr lang="en-US" altLang="en-US" b="0">
                  <a:solidFill>
                    <a:srgbClr val="FF0033"/>
                  </a:solidFill>
                </a:endParaRPr>
              </a:p>
            </p:txBody>
          </p:sp>
          <p:sp>
            <p:nvSpPr>
              <p:cNvPr id="221237" name="Rectangle 53">
                <a:extLst>
                  <a:ext uri="{FF2B5EF4-FFF2-40B4-BE49-F238E27FC236}">
                    <a16:creationId xmlns:a16="http://schemas.microsoft.com/office/drawing/2014/main" id="{5BFA4D5D-0740-4070-51E5-FACF1D2E6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9" y="3049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35</a:t>
                </a:r>
                <a:endParaRPr lang="en-US" altLang="en-US" b="0">
                  <a:solidFill>
                    <a:srgbClr val="FF0033"/>
                  </a:solidFill>
                </a:endParaRPr>
              </a:p>
            </p:txBody>
          </p:sp>
          <p:sp>
            <p:nvSpPr>
              <p:cNvPr id="221238" name="Rectangle 54">
                <a:extLst>
                  <a:ext uri="{FF2B5EF4-FFF2-40B4-BE49-F238E27FC236}">
                    <a16:creationId xmlns:a16="http://schemas.microsoft.com/office/drawing/2014/main" id="{25179CDA-8961-164E-2210-DC842BE4E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3049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 5</a:t>
                </a:r>
                <a:endParaRPr lang="en-US" altLang="en-US" b="0"/>
              </a:p>
            </p:txBody>
          </p:sp>
          <p:sp>
            <p:nvSpPr>
              <p:cNvPr id="221239" name="Rectangle 55">
                <a:extLst>
                  <a:ext uri="{FF2B5EF4-FFF2-40B4-BE49-F238E27FC236}">
                    <a16:creationId xmlns:a16="http://schemas.microsoft.com/office/drawing/2014/main" id="{80BEA051-3EC9-1DCC-82A1-2B819D166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046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12</a:t>
                </a:r>
                <a:endParaRPr lang="en-US" altLang="en-US" b="0"/>
              </a:p>
            </p:txBody>
          </p:sp>
          <p:sp>
            <p:nvSpPr>
              <p:cNvPr id="221240" name="Rectangle 56">
                <a:extLst>
                  <a:ext uri="{FF2B5EF4-FFF2-40B4-BE49-F238E27FC236}">
                    <a16:creationId xmlns:a16="http://schemas.microsoft.com/office/drawing/2014/main" id="{924B30AE-7785-8645-2815-02D59FFE8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" y="3044"/>
                <a:ext cx="3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77</a:t>
                </a:r>
              </a:p>
            </p:txBody>
          </p:sp>
          <p:sp>
            <p:nvSpPr>
              <p:cNvPr id="221241" name="Rectangle 57">
                <a:extLst>
                  <a:ext uri="{FF2B5EF4-FFF2-40B4-BE49-F238E27FC236}">
                    <a16:creationId xmlns:a16="http://schemas.microsoft.com/office/drawing/2014/main" id="{678E1C48-49C8-A391-74C4-14077BCF0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" y="2781"/>
                <a:ext cx="36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1          2          3          4            5            6</a:t>
                </a:r>
                <a:endParaRPr lang="en-US" altLang="en-US" b="0"/>
              </a:p>
            </p:txBody>
          </p:sp>
          <p:sp>
            <p:nvSpPr>
              <p:cNvPr id="221242" name="Rectangle 58">
                <a:extLst>
                  <a:ext uri="{FF2B5EF4-FFF2-40B4-BE49-F238E27FC236}">
                    <a16:creationId xmlns:a16="http://schemas.microsoft.com/office/drawing/2014/main" id="{EA82F9D8-08A8-21E6-17E6-9A0FBAACB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9" y="3044"/>
                <a:ext cx="4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altLang="en-US"/>
                  <a:t> </a:t>
                </a:r>
                <a:r>
                  <a:rPr lang="en-US" altLang="en-US">
                    <a:solidFill>
                      <a:srgbClr val="FF0033"/>
                    </a:solidFill>
                  </a:rPr>
                  <a:t>101</a:t>
                </a:r>
              </a:p>
            </p:txBody>
          </p:sp>
        </p:grpSp>
        <p:sp>
          <p:nvSpPr>
            <p:cNvPr id="221263" name="Rectangle 79">
              <a:extLst>
                <a:ext uri="{FF2B5EF4-FFF2-40B4-BE49-F238E27FC236}">
                  <a16:creationId xmlns:a16="http://schemas.microsoft.com/office/drawing/2014/main" id="{6DA13085-42BD-ACCC-D78C-23E213E2D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" y="3059"/>
              <a:ext cx="1283" cy="291"/>
            </a:xfrm>
            <a:prstGeom prst="rect">
              <a:avLst/>
            </a:prstGeom>
            <a:noFill/>
            <a:ln w="76200">
              <a:solidFill>
                <a:srgbClr val="00CCFF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1267" name="Rectangle 83">
            <a:extLst>
              <a:ext uri="{FF2B5EF4-FFF2-40B4-BE49-F238E27FC236}">
                <a16:creationId xmlns:a16="http://schemas.microsoft.com/office/drawing/2014/main" id="{1127E531-AB7F-9DC6-51DC-2165A7368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2108200"/>
            <a:ext cx="6518275" cy="461963"/>
          </a:xfrm>
          <a:prstGeom prst="rect">
            <a:avLst/>
          </a:prstGeom>
          <a:noFill/>
          <a:ln w="76200">
            <a:solidFill>
              <a:srgbClr val="00C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A02D3512-86F0-2A96-6A8F-964913F07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66775"/>
          </a:xfrm>
        </p:spPr>
        <p:txBody>
          <a:bodyPr/>
          <a:lstStyle/>
          <a:p>
            <a:r>
              <a:rPr lang="en-US" altLang="en-US"/>
              <a:t>Reducing the Number of Comparisons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5358BE05-E4C0-048F-934B-90FC784F6E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76375"/>
            <a:ext cx="7772400" cy="4619625"/>
          </a:xfrm>
        </p:spPr>
        <p:txBody>
          <a:bodyPr/>
          <a:lstStyle/>
          <a:p>
            <a:r>
              <a:rPr lang="en-US" altLang="en-US" b="1"/>
              <a:t>On the N</a:t>
            </a:r>
            <a:r>
              <a:rPr lang="en-US" altLang="en-US" b="1" baseline="30000"/>
              <a:t>th</a:t>
            </a:r>
            <a:r>
              <a:rPr lang="en-US" altLang="en-US" b="1"/>
              <a:t> “bubble up”, we only need to </a:t>
            </a:r>
            <a:br>
              <a:rPr lang="en-US" altLang="en-US" b="1"/>
            </a:br>
            <a:r>
              <a:rPr lang="en-US" altLang="en-US" b="1"/>
              <a:t>do </a:t>
            </a:r>
            <a:r>
              <a:rPr lang="en-US" altLang="en-US" b="1">
                <a:solidFill>
                  <a:srgbClr val="3333FF"/>
                </a:solidFill>
              </a:rPr>
              <a:t>MAX-N comparisons</a:t>
            </a:r>
            <a:r>
              <a:rPr lang="en-US" altLang="en-US" b="1"/>
              <a:t>.</a:t>
            </a:r>
          </a:p>
          <a:p>
            <a:endParaRPr lang="en-US" altLang="en-US" b="1"/>
          </a:p>
          <a:p>
            <a:r>
              <a:rPr lang="en-US" altLang="en-US" b="1"/>
              <a:t>For example:</a:t>
            </a:r>
          </a:p>
          <a:p>
            <a:pPr lvl="1"/>
            <a:r>
              <a:rPr lang="en-US" altLang="en-US" b="1"/>
              <a:t>This is the 4</a:t>
            </a:r>
            <a:r>
              <a:rPr lang="en-US" altLang="en-US" b="1" baseline="30000"/>
              <a:t>th</a:t>
            </a:r>
            <a:r>
              <a:rPr lang="en-US" altLang="en-US" b="1"/>
              <a:t> “bubble up”</a:t>
            </a:r>
          </a:p>
          <a:p>
            <a:pPr lvl="1"/>
            <a:r>
              <a:rPr lang="en-US" altLang="en-US" b="1"/>
              <a:t>MAX is 6</a:t>
            </a:r>
          </a:p>
          <a:p>
            <a:pPr lvl="1"/>
            <a:r>
              <a:rPr lang="en-US" altLang="en-US" b="1"/>
              <a:t>Thus we have </a:t>
            </a:r>
            <a:r>
              <a:rPr lang="en-US" altLang="en-US" b="1">
                <a:solidFill>
                  <a:srgbClr val="3333FF"/>
                </a:solidFill>
              </a:rPr>
              <a:t>2 comparisons</a:t>
            </a:r>
            <a:r>
              <a:rPr lang="en-US" altLang="en-US" b="1"/>
              <a:t> to do</a:t>
            </a:r>
          </a:p>
        </p:txBody>
      </p:sp>
      <p:grpSp>
        <p:nvGrpSpPr>
          <p:cNvPr id="222227" name="Group 19">
            <a:extLst>
              <a:ext uri="{FF2B5EF4-FFF2-40B4-BE49-F238E27FC236}">
                <a16:creationId xmlns:a16="http://schemas.microsoft.com/office/drawing/2014/main" id="{CBB6A05C-496A-C00F-7A40-85FD14D45154}"/>
              </a:ext>
            </a:extLst>
          </p:cNvPr>
          <p:cNvGrpSpPr>
            <a:grpSpLocks/>
          </p:cNvGrpSpPr>
          <p:nvPr/>
        </p:nvGrpSpPr>
        <p:grpSpPr bwMode="auto">
          <a:xfrm>
            <a:off x="1284288" y="4660900"/>
            <a:ext cx="6518275" cy="882650"/>
            <a:chOff x="641" y="2781"/>
            <a:chExt cx="4106" cy="556"/>
          </a:xfrm>
        </p:grpSpPr>
        <p:sp>
          <p:nvSpPr>
            <p:cNvPr id="222228" name="Rectangle 20">
              <a:extLst>
                <a:ext uri="{FF2B5EF4-FFF2-40B4-BE49-F238E27FC236}">
                  <a16:creationId xmlns:a16="http://schemas.microsoft.com/office/drawing/2014/main" id="{B2BBC806-D20D-A209-8908-C4C1AD4A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04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9" name="Line 21">
              <a:extLst>
                <a:ext uri="{FF2B5EF4-FFF2-40B4-BE49-F238E27FC236}">
                  <a16:creationId xmlns:a16="http://schemas.microsoft.com/office/drawing/2014/main" id="{5979B7A6-870C-9CBD-5F50-69D941A68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303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0" name="Line 22">
              <a:extLst>
                <a:ext uri="{FF2B5EF4-FFF2-40B4-BE49-F238E27FC236}">
                  <a16:creationId xmlns:a16="http://schemas.microsoft.com/office/drawing/2014/main" id="{6F83E315-339E-DD60-CDA3-E0565879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1" name="Line 23">
              <a:extLst>
                <a:ext uri="{FF2B5EF4-FFF2-40B4-BE49-F238E27FC236}">
                  <a16:creationId xmlns:a16="http://schemas.microsoft.com/office/drawing/2014/main" id="{C7A1AE06-173A-1C39-3910-E57B924EE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2" name="Line 24">
              <a:extLst>
                <a:ext uri="{FF2B5EF4-FFF2-40B4-BE49-F238E27FC236}">
                  <a16:creationId xmlns:a16="http://schemas.microsoft.com/office/drawing/2014/main" id="{CCD05D5A-F2EB-071F-2A18-8D9065D0B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" y="303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3" name="Line 25">
              <a:extLst>
                <a:ext uri="{FF2B5EF4-FFF2-40B4-BE49-F238E27FC236}">
                  <a16:creationId xmlns:a16="http://schemas.microsoft.com/office/drawing/2014/main" id="{C6D5B3C6-8B01-54A0-095A-76963CA30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304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34" name="Rectangle 26">
              <a:extLst>
                <a:ext uri="{FF2B5EF4-FFF2-40B4-BE49-F238E27FC236}">
                  <a16:creationId xmlns:a16="http://schemas.microsoft.com/office/drawing/2014/main" id="{AA9020F3-33F0-F9F5-9FBB-48AB10E1C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304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>
                  <a:solidFill>
                    <a:srgbClr val="FF0033"/>
                  </a:solidFill>
                </a:rPr>
                <a:t>42</a:t>
              </a:r>
              <a:endParaRPr lang="en-US" altLang="en-US" b="0">
                <a:solidFill>
                  <a:srgbClr val="FF0033"/>
                </a:solidFill>
              </a:endParaRPr>
            </a:p>
          </p:txBody>
        </p:sp>
        <p:sp>
          <p:nvSpPr>
            <p:cNvPr id="222235" name="Rectangle 27">
              <a:extLst>
                <a:ext uri="{FF2B5EF4-FFF2-40B4-BE49-F238E27FC236}">
                  <a16:creationId xmlns:a16="http://schemas.microsoft.com/office/drawing/2014/main" id="{B445E5AE-C10A-1ED9-E84B-2A29F3F52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3049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5</a:t>
              </a:r>
              <a:endParaRPr lang="en-US" altLang="en-US" b="0"/>
            </a:p>
          </p:txBody>
        </p:sp>
        <p:sp>
          <p:nvSpPr>
            <p:cNvPr id="222236" name="Rectangle 28">
              <a:extLst>
                <a:ext uri="{FF2B5EF4-FFF2-40B4-BE49-F238E27FC236}">
                  <a16:creationId xmlns:a16="http://schemas.microsoft.com/office/drawing/2014/main" id="{1258E22D-BD50-6902-29DD-8365380E0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3049"/>
              <a:ext cx="4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 35</a:t>
              </a:r>
              <a:endParaRPr lang="en-US" altLang="en-US" b="0"/>
            </a:p>
          </p:txBody>
        </p:sp>
        <p:sp>
          <p:nvSpPr>
            <p:cNvPr id="222237" name="Rectangle 29">
              <a:extLst>
                <a:ext uri="{FF2B5EF4-FFF2-40B4-BE49-F238E27FC236}">
                  <a16:creationId xmlns:a16="http://schemas.microsoft.com/office/drawing/2014/main" id="{55C47156-A21E-5F13-7FBD-76D6A3896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304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12</a:t>
              </a:r>
              <a:endParaRPr lang="en-US" altLang="en-US" b="0"/>
            </a:p>
          </p:txBody>
        </p:sp>
        <p:sp>
          <p:nvSpPr>
            <p:cNvPr id="222238" name="Rectangle 30">
              <a:extLst>
                <a:ext uri="{FF2B5EF4-FFF2-40B4-BE49-F238E27FC236}">
                  <a16:creationId xmlns:a16="http://schemas.microsoft.com/office/drawing/2014/main" id="{7F2CA154-1768-C8E5-86D0-0B1BAD2B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4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77</a:t>
              </a:r>
            </a:p>
          </p:txBody>
        </p:sp>
        <p:sp>
          <p:nvSpPr>
            <p:cNvPr id="222239" name="Rectangle 31">
              <a:extLst>
                <a:ext uri="{FF2B5EF4-FFF2-40B4-BE49-F238E27FC236}">
                  <a16:creationId xmlns:a16="http://schemas.microsoft.com/office/drawing/2014/main" id="{DDCE5CDA-E852-EFD0-A61F-82BF04D9A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781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2240" name="Rectangle 32">
              <a:extLst>
                <a:ext uri="{FF2B5EF4-FFF2-40B4-BE49-F238E27FC236}">
                  <a16:creationId xmlns:a16="http://schemas.microsoft.com/office/drawing/2014/main" id="{5772FAFB-FBEA-1DEB-CA7F-1CCCA0F19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304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</a:t>
              </a:r>
              <a:r>
                <a:rPr lang="en-US" altLang="en-US">
                  <a:solidFill>
                    <a:srgbClr val="FF0033"/>
                  </a:solidFill>
                </a:rPr>
                <a:t>101</a:t>
              </a:r>
            </a:p>
          </p:txBody>
        </p:sp>
      </p:grpSp>
      <p:sp>
        <p:nvSpPr>
          <p:cNvPr id="222241" name="Rectangle 33">
            <a:extLst>
              <a:ext uri="{FF2B5EF4-FFF2-40B4-BE49-F238E27FC236}">
                <a16:creationId xmlns:a16="http://schemas.microsoft.com/office/drawing/2014/main" id="{5F925BAE-CDD9-5B87-DF46-8C93E8E0E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5086350"/>
            <a:ext cx="3074987" cy="461963"/>
          </a:xfrm>
          <a:prstGeom prst="rect">
            <a:avLst/>
          </a:prstGeom>
          <a:noFill/>
          <a:ln w="76200">
            <a:solidFill>
              <a:srgbClr val="00CC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2242" name="AutoShape 34">
            <a:extLst>
              <a:ext uri="{FF2B5EF4-FFF2-40B4-BE49-F238E27FC236}">
                <a16:creationId xmlns:a16="http://schemas.microsoft.com/office/drawing/2014/main" id="{EB706CBB-1E4E-0835-93A9-95F168A73DE9}"/>
              </a:ext>
            </a:extLst>
          </p:cNvPr>
          <p:cNvSpPr>
            <a:spLocks/>
          </p:cNvSpPr>
          <p:nvPr/>
        </p:nvSpPr>
        <p:spPr bwMode="auto">
          <a:xfrm rot="-5400000">
            <a:off x="2132013" y="5151437"/>
            <a:ext cx="273050" cy="1343025"/>
          </a:xfrm>
          <a:prstGeom prst="leftBrace">
            <a:avLst>
              <a:gd name="adj1" fmla="val 409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2243" name="AutoShape 35">
            <a:extLst>
              <a:ext uri="{FF2B5EF4-FFF2-40B4-BE49-F238E27FC236}">
                <a16:creationId xmlns:a16="http://schemas.microsoft.com/office/drawing/2014/main" id="{08D6A801-3555-7F25-0F8E-FD4F959359CF}"/>
              </a:ext>
            </a:extLst>
          </p:cNvPr>
          <p:cNvSpPr>
            <a:spLocks/>
          </p:cNvSpPr>
          <p:nvPr/>
        </p:nvSpPr>
        <p:spPr bwMode="auto">
          <a:xfrm rot="-5400000">
            <a:off x="3175001" y="5424487"/>
            <a:ext cx="273050" cy="1343025"/>
          </a:xfrm>
          <a:prstGeom prst="leftBrace">
            <a:avLst>
              <a:gd name="adj1" fmla="val 40988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BEC95E01-00F7-F2E9-45EC-41454D27F6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981200"/>
            <a:ext cx="7772400" cy="1143000"/>
          </a:xfrm>
        </p:spPr>
        <p:txBody>
          <a:bodyPr/>
          <a:lstStyle/>
          <a:p>
            <a:r>
              <a:rPr lang="en-US" altLang="en-US"/>
              <a:t>Putting It All Together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542F7873-E72D-91D2-DF04-0BB0DE3135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2375" y="1544638"/>
            <a:ext cx="6783388" cy="38211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N is … // Size of Array</a:t>
            </a:r>
          </a:p>
          <a:p>
            <a:pPr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Arr_Type definesa Array[1..N] of Num</a:t>
            </a:r>
          </a:p>
          <a:p>
            <a:pPr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Procedure Swap(n1, n2 isoftype in/out Num)</a:t>
            </a: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temp isoftype Num</a:t>
            </a: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temp &lt;- n1</a:t>
            </a: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n1   &lt;- n2</a:t>
            </a: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n2   &lt;- temp</a:t>
            </a:r>
          </a:p>
          <a:p>
            <a:pPr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endprocedure // Swap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064F787-7552-2217-BDC4-8EC26B0C7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250" y="463550"/>
            <a:ext cx="8251825" cy="57848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procedure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Bubblesort</a:t>
            </a:r>
            <a:r>
              <a:rPr lang="en-US" altLang="en-US" sz="2000" b="1" dirty="0">
                <a:latin typeface="Courier New" panose="02070309020205020404" pitchFamily="49" charset="0"/>
              </a:rPr>
              <a:t>(A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isoftype</a:t>
            </a:r>
            <a:r>
              <a:rPr lang="en-US" altLang="en-US" sz="2000" b="1" dirty="0">
                <a:latin typeface="Courier New" panose="02070309020205020404" pitchFamily="49" charset="0"/>
              </a:rPr>
              <a:t> in/out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Arr_Type</a:t>
            </a:r>
            <a:r>
              <a:rPr lang="en-US" altLang="en-US" sz="2000" b="1" dirty="0"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to_do</a:t>
            </a:r>
            <a:r>
              <a:rPr lang="en-US" altLang="en-US" sz="2000" b="1" dirty="0">
                <a:latin typeface="Courier New" panose="02070309020205020404" pitchFamily="49" charset="0"/>
              </a:rPr>
              <a:t>, index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isoftype</a:t>
            </a:r>
            <a:r>
              <a:rPr lang="en-US" altLang="en-US" sz="2000" b="1" dirty="0">
                <a:latin typeface="Courier New" panose="02070309020205020404" pitchFamily="49" charset="0"/>
              </a:rPr>
              <a:t> Num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to_do</a:t>
            </a:r>
            <a:r>
              <a:rPr lang="en-US" altLang="en-US" sz="2000" b="1" dirty="0">
                <a:latin typeface="Courier New" panose="02070309020205020404" pitchFamily="49" charset="0"/>
              </a:rPr>
              <a:t> &lt;- N –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</a:t>
            </a:r>
            <a:r>
              <a:rPr lang="en-US" altLang="en-US" sz="2000" b="1" dirty="0">
                <a:solidFill>
                  <a:srgbClr val="3333FF"/>
                </a:solidFill>
                <a:latin typeface="Courier New" panose="02070309020205020404" pitchFamily="49" charset="0"/>
              </a:rPr>
              <a:t>loop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3333FF"/>
                </a:solidFill>
                <a:latin typeface="Courier New" panose="02070309020205020404" pitchFamily="49" charset="0"/>
              </a:rPr>
              <a:t>exitif</a:t>
            </a:r>
            <a:r>
              <a:rPr lang="en-US" altLang="en-US" sz="2000" b="1" dirty="0">
                <a:solidFill>
                  <a:srgbClr val="3333FF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3333FF"/>
                </a:solidFill>
                <a:latin typeface="Courier New" panose="02070309020205020404" pitchFamily="49" charset="0"/>
              </a:rPr>
              <a:t>to_do</a:t>
            </a:r>
            <a:r>
              <a:rPr lang="en-US" altLang="en-US" sz="2000" b="1" dirty="0">
                <a:solidFill>
                  <a:srgbClr val="3333FF"/>
                </a:solidFill>
                <a:latin typeface="Courier New" panose="02070309020205020404" pitchFamily="49" charset="0"/>
              </a:rPr>
              <a:t> = 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index &lt;- 1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rgbClr val="FF0033"/>
                </a:solidFill>
                <a:latin typeface="Courier New" panose="02070309020205020404" pitchFamily="49" charset="0"/>
              </a:rPr>
              <a:t>loop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solidFill>
                  <a:srgbClr val="FF0033"/>
                </a:solidFill>
                <a:latin typeface="Courier New" panose="02070309020205020404" pitchFamily="49" charset="0"/>
              </a:rPr>
              <a:t>exitif</a:t>
            </a:r>
            <a:r>
              <a:rPr lang="en-US" altLang="en-US" sz="2000" b="1" dirty="0">
                <a:solidFill>
                  <a:srgbClr val="FF0033"/>
                </a:solidFill>
                <a:latin typeface="Courier New" panose="02070309020205020404" pitchFamily="49" charset="0"/>
              </a:rPr>
              <a:t>(index &gt; </a:t>
            </a:r>
            <a:r>
              <a:rPr lang="en-US" altLang="en-US" sz="2000" b="1" dirty="0" err="1">
                <a:solidFill>
                  <a:srgbClr val="FF0033"/>
                </a:solidFill>
                <a:latin typeface="Courier New" panose="02070309020205020404" pitchFamily="49" charset="0"/>
              </a:rPr>
              <a:t>to_do</a:t>
            </a:r>
            <a:r>
              <a:rPr lang="en-US" altLang="en-US" sz="2000" b="1" dirty="0">
                <a:solidFill>
                  <a:srgbClr val="FF0033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if(A[index] &gt; A[index + 1]) then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Swap(A[index], A[index + 1])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endif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index &lt;- index + 1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FF0033"/>
                </a:solidFill>
                <a:latin typeface="Courier New" panose="02070309020205020404" pitchFamily="49" charset="0"/>
              </a:rPr>
              <a:t>endloop</a:t>
            </a:r>
            <a:endParaRPr lang="en-US" altLang="en-US" sz="2000" b="1" dirty="0">
              <a:solidFill>
                <a:srgbClr val="FF0033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to_do</a:t>
            </a:r>
            <a:r>
              <a:rPr lang="en-US" altLang="en-US" sz="2000" b="1" dirty="0">
                <a:latin typeface="Courier New" panose="02070309020205020404" pitchFamily="49" charset="0"/>
              </a:rPr>
              <a:t> &lt;-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to_do</a:t>
            </a:r>
            <a:r>
              <a:rPr lang="en-US" altLang="en-US" sz="2000" b="1" dirty="0">
                <a:latin typeface="Courier New" panose="02070309020205020404" pitchFamily="49" charset="0"/>
              </a:rPr>
              <a:t> - 1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</a:t>
            </a:r>
            <a:r>
              <a:rPr lang="en-US" altLang="en-US" sz="2000" b="1" dirty="0" err="1">
                <a:solidFill>
                  <a:srgbClr val="3333FF"/>
                </a:solidFill>
                <a:latin typeface="Courier New" panose="02070309020205020404" pitchFamily="49" charset="0"/>
              </a:rPr>
              <a:t>endloop</a:t>
            </a:r>
            <a:endParaRPr lang="en-US" altLang="en-US" sz="2000" b="1" dirty="0">
              <a:solidFill>
                <a:srgbClr val="3333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endprocedure</a:t>
            </a:r>
            <a:r>
              <a:rPr lang="en-US" altLang="en-US" sz="2000" b="1" dirty="0">
                <a:latin typeface="Courier New" panose="02070309020205020404" pitchFamily="49" charset="0"/>
              </a:rPr>
              <a:t> //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Bubblesort</a:t>
            </a:r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84995" name="Line 3">
            <a:extLst>
              <a:ext uri="{FF2B5EF4-FFF2-40B4-BE49-F238E27FC236}">
                <a16:creationId xmlns:a16="http://schemas.microsoft.com/office/drawing/2014/main" id="{7206D2B6-6600-7356-F99C-61A75B60F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0250" y="2982913"/>
            <a:ext cx="4778375" cy="0"/>
          </a:xfrm>
          <a:prstGeom prst="line">
            <a:avLst/>
          </a:prstGeom>
          <a:noFill/>
          <a:ln w="38100">
            <a:solidFill>
              <a:srgbClr val="FF0033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6" name="Line 4">
            <a:extLst>
              <a:ext uri="{FF2B5EF4-FFF2-40B4-BE49-F238E27FC236}">
                <a16:creationId xmlns:a16="http://schemas.microsoft.com/office/drawing/2014/main" id="{23A358C1-28BE-67A6-44FB-2E5993EBD4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0300" y="4987925"/>
            <a:ext cx="4378325" cy="0"/>
          </a:xfrm>
          <a:prstGeom prst="line">
            <a:avLst/>
          </a:prstGeom>
          <a:noFill/>
          <a:ln w="38100">
            <a:solidFill>
              <a:srgbClr val="FF0033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7" name="Line 5">
            <a:extLst>
              <a:ext uri="{FF2B5EF4-FFF2-40B4-BE49-F238E27FC236}">
                <a16:creationId xmlns:a16="http://schemas.microsoft.com/office/drawing/2014/main" id="{7AB0974C-C850-0C9E-C042-B1346711F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0050" y="2982913"/>
            <a:ext cx="0" cy="2005012"/>
          </a:xfrm>
          <a:prstGeom prst="line">
            <a:avLst/>
          </a:prstGeom>
          <a:noFill/>
          <a:ln w="38100">
            <a:solidFill>
              <a:srgbClr val="FF0033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8" name="Line 6">
            <a:extLst>
              <a:ext uri="{FF2B5EF4-FFF2-40B4-BE49-F238E27FC236}">
                <a16:creationId xmlns:a16="http://schemas.microsoft.com/office/drawing/2014/main" id="{F83D3542-A298-97E7-5010-C60E0E287C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38300" y="1962150"/>
            <a:ext cx="6049963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999" name="Line 7">
            <a:extLst>
              <a:ext uri="{FF2B5EF4-FFF2-40B4-BE49-F238E27FC236}">
                <a16:creationId xmlns:a16="http://schemas.microsoft.com/office/drawing/2014/main" id="{AC42A1FB-CAF4-B5A5-D6F7-8E511B6874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7875" y="5686425"/>
            <a:ext cx="5653088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0" name="Line 8">
            <a:extLst>
              <a:ext uri="{FF2B5EF4-FFF2-40B4-BE49-F238E27FC236}">
                <a16:creationId xmlns:a16="http://schemas.microsoft.com/office/drawing/2014/main" id="{25B6B632-9270-5D28-EF4F-B93D2ED319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73975" y="1962150"/>
            <a:ext cx="0" cy="3724275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1" name="Text Box 9">
            <a:extLst>
              <a:ext uri="{FF2B5EF4-FFF2-40B4-BE49-F238E27FC236}">
                <a16:creationId xmlns:a16="http://schemas.microsoft.com/office/drawing/2014/main" id="{9F474665-BAC2-7F38-C007-89C09C56606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159500" y="3824288"/>
            <a:ext cx="1654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Inner loop</a:t>
            </a:r>
          </a:p>
        </p:txBody>
      </p:sp>
      <p:sp>
        <p:nvSpPr>
          <p:cNvPr id="85002" name="Text Box 10">
            <a:extLst>
              <a:ext uri="{FF2B5EF4-FFF2-40B4-BE49-F238E27FC236}">
                <a16:creationId xmlns:a16="http://schemas.microsoft.com/office/drawing/2014/main" id="{61D67B2A-BA97-5276-EC36-6D47B90E971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7055644" y="3788569"/>
            <a:ext cx="172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Outer loop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B350000C-E3C9-6C8D-F25A-23A20FE2F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Already Sorted Collections?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1AD27A6D-179C-1AE9-B24E-EF838E314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r>
              <a:rPr lang="en-US" altLang="en-US" b="1"/>
              <a:t>What if the collection was already sorted?</a:t>
            </a:r>
          </a:p>
          <a:p>
            <a:r>
              <a:rPr lang="en-US" altLang="en-US" b="1"/>
              <a:t>What if only a few elements were out of place and after a couple of “bubble ups,” the collection was sorted?</a:t>
            </a:r>
          </a:p>
          <a:p>
            <a:endParaRPr lang="en-US" altLang="en-US" b="1"/>
          </a:p>
          <a:p>
            <a:r>
              <a:rPr lang="en-US" altLang="en-US" b="1"/>
              <a:t>We want to be able to </a:t>
            </a:r>
            <a:r>
              <a:rPr lang="en-US" altLang="en-US" b="1">
                <a:solidFill>
                  <a:srgbClr val="3333FF"/>
                </a:solidFill>
              </a:rPr>
              <a:t>detect this </a:t>
            </a:r>
            <a:br>
              <a:rPr lang="en-US" altLang="en-US" b="1">
                <a:solidFill>
                  <a:srgbClr val="3333FF"/>
                </a:solidFill>
              </a:rPr>
            </a:br>
            <a:r>
              <a:rPr lang="en-US" altLang="en-US" b="1">
                <a:solidFill>
                  <a:srgbClr val="3333FF"/>
                </a:solidFill>
              </a:rPr>
              <a:t>and “stop early”!</a:t>
            </a:r>
          </a:p>
        </p:txBody>
      </p:sp>
      <p:grpSp>
        <p:nvGrpSpPr>
          <p:cNvPr id="225284" name="Group 4">
            <a:extLst>
              <a:ext uri="{FF2B5EF4-FFF2-40B4-BE49-F238E27FC236}">
                <a16:creationId xmlns:a16="http://schemas.microsoft.com/office/drawing/2014/main" id="{53F76011-4CB2-0EC1-E36F-F5E8D34A1866}"/>
              </a:ext>
            </a:extLst>
          </p:cNvPr>
          <p:cNvGrpSpPr>
            <a:grpSpLocks/>
          </p:cNvGrpSpPr>
          <p:nvPr/>
        </p:nvGrpSpPr>
        <p:grpSpPr bwMode="auto">
          <a:xfrm>
            <a:off x="1293813" y="4705350"/>
            <a:ext cx="6518275" cy="882650"/>
            <a:chOff x="641" y="3361"/>
            <a:chExt cx="4106" cy="556"/>
          </a:xfrm>
        </p:grpSpPr>
        <p:sp>
          <p:nvSpPr>
            <p:cNvPr id="225285" name="Rectangle 5">
              <a:extLst>
                <a:ext uri="{FF2B5EF4-FFF2-40B4-BE49-F238E27FC236}">
                  <a16:creationId xmlns:a16="http://schemas.microsoft.com/office/drawing/2014/main" id="{AC256B7F-1B9E-526C-8C5D-BF9E2F2C7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621"/>
              <a:ext cx="4106" cy="29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86" name="Line 6">
              <a:extLst>
                <a:ext uri="{FF2B5EF4-FFF2-40B4-BE49-F238E27FC236}">
                  <a16:creationId xmlns:a16="http://schemas.microsoft.com/office/drawing/2014/main" id="{53FF626A-2CCF-1EC6-D422-CE580B499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3619"/>
              <a:ext cx="0" cy="2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87" name="Line 7">
              <a:extLst>
                <a:ext uri="{FF2B5EF4-FFF2-40B4-BE49-F238E27FC236}">
                  <a16:creationId xmlns:a16="http://schemas.microsoft.com/office/drawing/2014/main" id="{9860E2BE-D042-094E-561B-865518B82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8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88" name="Line 8">
              <a:extLst>
                <a:ext uri="{FF2B5EF4-FFF2-40B4-BE49-F238E27FC236}">
                  <a16:creationId xmlns:a16="http://schemas.microsoft.com/office/drawing/2014/main" id="{189F12A8-9D2E-CE00-8123-26BC60194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2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89" name="Line 9">
              <a:extLst>
                <a:ext uri="{FF2B5EF4-FFF2-40B4-BE49-F238E27FC236}">
                  <a16:creationId xmlns:a16="http://schemas.microsoft.com/office/drawing/2014/main" id="{3FED4C21-AA03-8255-082D-88B41546B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1" y="3619"/>
              <a:ext cx="0" cy="2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90" name="Line 10">
              <a:extLst>
                <a:ext uri="{FF2B5EF4-FFF2-40B4-BE49-F238E27FC236}">
                  <a16:creationId xmlns:a16="http://schemas.microsoft.com/office/drawing/2014/main" id="{69AE23BE-CCC0-9A53-4CDF-34D9B1738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3624"/>
              <a:ext cx="0" cy="2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291" name="Rectangle 11">
              <a:extLst>
                <a:ext uri="{FF2B5EF4-FFF2-40B4-BE49-F238E27FC236}">
                  <a16:creationId xmlns:a16="http://schemas.microsoft.com/office/drawing/2014/main" id="{301B6151-4A89-9F97-E396-661209B83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362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42</a:t>
              </a:r>
              <a:endParaRPr lang="en-US" altLang="en-US" b="0"/>
            </a:p>
          </p:txBody>
        </p:sp>
        <p:sp>
          <p:nvSpPr>
            <p:cNvPr id="225292" name="Rectangle 12">
              <a:extLst>
                <a:ext uri="{FF2B5EF4-FFF2-40B4-BE49-F238E27FC236}">
                  <a16:creationId xmlns:a16="http://schemas.microsoft.com/office/drawing/2014/main" id="{DE95291F-58FA-ABA8-88E9-82A7D0EAD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35</a:t>
              </a:r>
              <a:endParaRPr lang="en-US" altLang="en-US" b="0"/>
            </a:p>
          </p:txBody>
        </p:sp>
        <p:sp>
          <p:nvSpPr>
            <p:cNvPr id="225293" name="Rectangle 13">
              <a:extLst>
                <a:ext uri="{FF2B5EF4-FFF2-40B4-BE49-F238E27FC236}">
                  <a16:creationId xmlns:a16="http://schemas.microsoft.com/office/drawing/2014/main" id="{215EDFE0-8218-FFA5-B622-277CBB9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" y="3629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12</a:t>
              </a:r>
              <a:endParaRPr lang="en-US" altLang="en-US" b="0"/>
            </a:p>
          </p:txBody>
        </p:sp>
        <p:sp>
          <p:nvSpPr>
            <p:cNvPr id="225294" name="Rectangle 14">
              <a:extLst>
                <a:ext uri="{FF2B5EF4-FFF2-40B4-BE49-F238E27FC236}">
                  <a16:creationId xmlns:a16="http://schemas.microsoft.com/office/drawing/2014/main" id="{C6332A01-76A4-C50A-E02C-9D68412E7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" y="362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5</a:t>
              </a:r>
              <a:endParaRPr lang="en-US" altLang="en-US" b="0"/>
            </a:p>
          </p:txBody>
        </p:sp>
        <p:sp>
          <p:nvSpPr>
            <p:cNvPr id="225295" name="Rectangle 15">
              <a:extLst>
                <a:ext uri="{FF2B5EF4-FFF2-40B4-BE49-F238E27FC236}">
                  <a16:creationId xmlns:a16="http://schemas.microsoft.com/office/drawing/2014/main" id="{1859E8F1-7882-6243-EC17-7273C1AB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624"/>
              <a:ext cx="3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77</a:t>
              </a:r>
            </a:p>
          </p:txBody>
        </p:sp>
        <p:sp>
          <p:nvSpPr>
            <p:cNvPr id="225296" name="Rectangle 16">
              <a:extLst>
                <a:ext uri="{FF2B5EF4-FFF2-40B4-BE49-F238E27FC236}">
                  <a16:creationId xmlns:a16="http://schemas.microsoft.com/office/drawing/2014/main" id="{A4B7B92E-2BB5-7FC9-6AAA-088CABA3E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361"/>
              <a:ext cx="36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1          2          3          4            5            6</a:t>
              </a:r>
              <a:endParaRPr lang="en-US" altLang="en-US" b="0"/>
            </a:p>
          </p:txBody>
        </p:sp>
        <p:sp>
          <p:nvSpPr>
            <p:cNvPr id="225297" name="Rectangle 17">
              <a:extLst>
                <a:ext uri="{FF2B5EF4-FFF2-40B4-BE49-F238E27FC236}">
                  <a16:creationId xmlns:a16="http://schemas.microsoft.com/office/drawing/2014/main" id="{73AB6892-21FE-AE8E-0AC5-846B4E89B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9" y="3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/>
                <a:t> 101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8DC259BF-5C97-82C6-EDFE-D4F028426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a Boolean “Flag”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22A3A07F-041B-C451-0134-831983F43A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We can use a boolean variable to determine if any swapping occurred during the “bubble up.”</a:t>
            </a:r>
          </a:p>
          <a:p>
            <a:endParaRPr lang="en-US" altLang="en-US" b="1"/>
          </a:p>
          <a:p>
            <a:r>
              <a:rPr lang="en-US" altLang="en-US" b="1">
                <a:solidFill>
                  <a:srgbClr val="3333FF"/>
                </a:solidFill>
              </a:rPr>
              <a:t>If no swapping occurred, then we know that the collection is already sorted!</a:t>
            </a:r>
          </a:p>
          <a:p>
            <a:endParaRPr lang="en-US" altLang="en-US" b="1">
              <a:solidFill>
                <a:srgbClr val="3333FF"/>
              </a:solidFill>
            </a:endParaRPr>
          </a:p>
          <a:p>
            <a:r>
              <a:rPr lang="en-US" altLang="en-US" b="1"/>
              <a:t>This boolean “flag” needs to be reset after each “bubble up.”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72E7B25B-FDBB-7606-0A37-E6C37636B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250" y="463550"/>
            <a:ext cx="8251825" cy="57848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solidFill>
                  <a:srgbClr val="3333FF"/>
                </a:solidFill>
                <a:latin typeface="Courier New" panose="02070309020205020404" pitchFamily="49" charset="0"/>
              </a:rPr>
              <a:t>  did_swap isoftype Boolean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solidFill>
                  <a:srgbClr val="3333FF"/>
                </a:solidFill>
                <a:latin typeface="Courier New" panose="02070309020205020404" pitchFamily="49" charset="0"/>
              </a:rPr>
              <a:t>  did_swap &lt;- true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b="1">
              <a:solidFill>
                <a:srgbClr val="3333FF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loop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exitif </a:t>
            </a:r>
            <a:r>
              <a:rPr lang="en-US" altLang="en-US" sz="2000" b="1">
                <a:solidFill>
                  <a:srgbClr val="3333FF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000" b="1">
                <a:latin typeface="Courier New" panose="02070309020205020404" pitchFamily="49" charset="0"/>
              </a:rPr>
              <a:t>(to_do = 0) </a:t>
            </a:r>
            <a:r>
              <a:rPr lang="en-US" altLang="en-US" sz="2000" b="1">
                <a:solidFill>
                  <a:srgbClr val="3333FF"/>
                </a:solidFill>
                <a:latin typeface="Courier New" panose="02070309020205020404" pitchFamily="49" charset="0"/>
              </a:rPr>
              <a:t>OR NOT(did_swap))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index &lt;- 1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solidFill>
                  <a:srgbClr val="3333FF"/>
                </a:solidFill>
                <a:latin typeface="Courier New" panose="02070309020205020404" pitchFamily="49" charset="0"/>
              </a:rPr>
              <a:t>    did_swap &lt;- false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loop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  exitif(index &gt; to_do)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  if(A[index] &gt; A[index + 1]) then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    Swap(A[index], A[index + 1])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    </a:t>
            </a:r>
            <a:r>
              <a:rPr lang="en-US" altLang="en-US" sz="2000" b="1">
                <a:solidFill>
                  <a:srgbClr val="3333FF"/>
                </a:solidFill>
                <a:latin typeface="Courier New" panose="02070309020205020404" pitchFamily="49" charset="0"/>
              </a:rPr>
              <a:t>did_swap &lt;- true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  endif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  index &lt;- index + 1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endloop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to_do &lt;- to_do - 1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endloop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9EC77C10-7EEE-9538-4F8D-4D2286AD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27332" name="Text Box 4">
            <a:extLst>
              <a:ext uri="{FF2B5EF4-FFF2-40B4-BE49-F238E27FC236}">
                <a16:creationId xmlns:a16="http://schemas.microsoft.com/office/drawing/2014/main" id="{2842310B-CDDD-DB39-07A7-CB0E8EB6B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27333" name="Text Box 5">
            <a:extLst>
              <a:ext uri="{FF2B5EF4-FFF2-40B4-BE49-F238E27FC236}">
                <a16:creationId xmlns:a16="http://schemas.microsoft.com/office/drawing/2014/main" id="{85A72D6F-10F7-CDB8-F26E-6FDA2420D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27334" name="Text Box 6">
            <a:extLst>
              <a:ext uri="{FF2B5EF4-FFF2-40B4-BE49-F238E27FC236}">
                <a16:creationId xmlns:a16="http://schemas.microsoft.com/office/drawing/2014/main" id="{6F883028-BA17-3C3F-3F0B-D5BED8E66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27335" name="Text Box 7">
            <a:extLst>
              <a:ext uri="{FF2B5EF4-FFF2-40B4-BE49-F238E27FC236}">
                <a16:creationId xmlns:a16="http://schemas.microsoft.com/office/drawing/2014/main" id="{DECCC4A6-7312-E482-BE44-BBE240DE2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27336" name="Text Box 8">
            <a:extLst>
              <a:ext uri="{FF2B5EF4-FFF2-40B4-BE49-F238E27FC236}">
                <a16:creationId xmlns:a16="http://schemas.microsoft.com/office/drawing/2014/main" id="{C8E4492E-C7F9-981F-4FA5-DBCD295E9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27337" name="Text Box 9">
            <a:extLst>
              <a:ext uri="{FF2B5EF4-FFF2-40B4-BE49-F238E27FC236}">
                <a16:creationId xmlns:a16="http://schemas.microsoft.com/office/drawing/2014/main" id="{A16FAA6D-582D-85C7-BFA5-FD4BB69FB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27338" name="Text Box 10">
            <a:extLst>
              <a:ext uri="{FF2B5EF4-FFF2-40B4-BE49-F238E27FC236}">
                <a16:creationId xmlns:a16="http://schemas.microsoft.com/office/drawing/2014/main" id="{5A69558A-2CE6-1F3A-F17A-6D88857E0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27339" name="Text Box 11">
            <a:extLst>
              <a:ext uri="{FF2B5EF4-FFF2-40B4-BE49-F238E27FC236}">
                <a16:creationId xmlns:a16="http://schemas.microsoft.com/office/drawing/2014/main" id="{02C1153A-BE32-E647-A3F8-DAA5B3D81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27340" name="Text Box 12">
            <a:extLst>
              <a:ext uri="{FF2B5EF4-FFF2-40B4-BE49-F238E27FC236}">
                <a16:creationId xmlns:a16="http://schemas.microsoft.com/office/drawing/2014/main" id="{97F653D8-705D-7AFE-1904-11AFA6155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27341" name="Text Box 13">
            <a:extLst>
              <a:ext uri="{FF2B5EF4-FFF2-40B4-BE49-F238E27FC236}">
                <a16:creationId xmlns:a16="http://schemas.microsoft.com/office/drawing/2014/main" id="{2CFC6D9A-983D-E668-F0BF-DADD951AA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27342" name="Text Box 14">
            <a:extLst>
              <a:ext uri="{FF2B5EF4-FFF2-40B4-BE49-F238E27FC236}">
                <a16:creationId xmlns:a16="http://schemas.microsoft.com/office/drawing/2014/main" id="{14750FCE-F03F-DE8A-97C0-5B749BA47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27343" name="Text Box 15">
            <a:extLst>
              <a:ext uri="{FF2B5EF4-FFF2-40B4-BE49-F238E27FC236}">
                <a16:creationId xmlns:a16="http://schemas.microsoft.com/office/drawing/2014/main" id="{485DD0CC-5AEF-25A4-35EA-2AFB33B94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27344" name="Text Box 16">
            <a:extLst>
              <a:ext uri="{FF2B5EF4-FFF2-40B4-BE49-F238E27FC236}">
                <a16:creationId xmlns:a16="http://schemas.microsoft.com/office/drawing/2014/main" id="{6B3B87A2-E887-15A7-F635-3F4591560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27345" name="Text Box 17">
            <a:extLst>
              <a:ext uri="{FF2B5EF4-FFF2-40B4-BE49-F238E27FC236}">
                <a16:creationId xmlns:a16="http://schemas.microsoft.com/office/drawing/2014/main" id="{40092D42-0F8B-B298-0401-F52D84F21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27346" name="Text Box 18">
            <a:extLst>
              <a:ext uri="{FF2B5EF4-FFF2-40B4-BE49-F238E27FC236}">
                <a16:creationId xmlns:a16="http://schemas.microsoft.com/office/drawing/2014/main" id="{90F10166-A9E0-45CA-CD80-E7CF30A07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227347" name="Text Box 19">
            <a:extLst>
              <a:ext uri="{FF2B5EF4-FFF2-40B4-BE49-F238E27FC236}">
                <a16:creationId xmlns:a16="http://schemas.microsoft.com/office/drawing/2014/main" id="{335E1B1E-72D5-40B8-8C3B-C3CCC5092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27348" name="Text Box 20">
            <a:extLst>
              <a:ext uri="{FF2B5EF4-FFF2-40B4-BE49-F238E27FC236}">
                <a16:creationId xmlns:a16="http://schemas.microsoft.com/office/drawing/2014/main" id="{A0E5A32E-7D6D-FE34-75DF-324616028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0CAF4D17-A9A8-F34E-DEB2-D60C475BD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0403" name="Text Box 3">
            <a:extLst>
              <a:ext uri="{FF2B5EF4-FFF2-40B4-BE49-F238E27FC236}">
                <a16:creationId xmlns:a16="http://schemas.microsoft.com/office/drawing/2014/main" id="{9F4FB71A-76F5-A548-4092-D4036BFE0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0404" name="Text Box 4">
            <a:extLst>
              <a:ext uri="{FF2B5EF4-FFF2-40B4-BE49-F238E27FC236}">
                <a16:creationId xmlns:a16="http://schemas.microsoft.com/office/drawing/2014/main" id="{08326F26-C71A-2D14-89E0-597BD0E35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0405" name="Text Box 5">
            <a:extLst>
              <a:ext uri="{FF2B5EF4-FFF2-40B4-BE49-F238E27FC236}">
                <a16:creationId xmlns:a16="http://schemas.microsoft.com/office/drawing/2014/main" id="{2E854331-73A1-F59E-F975-10E2DA5B9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0406" name="Text Box 6">
            <a:extLst>
              <a:ext uri="{FF2B5EF4-FFF2-40B4-BE49-F238E27FC236}">
                <a16:creationId xmlns:a16="http://schemas.microsoft.com/office/drawing/2014/main" id="{E5CD949A-0C34-A8C5-49DC-8B92C0C74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0407" name="Text Box 7">
            <a:extLst>
              <a:ext uri="{FF2B5EF4-FFF2-40B4-BE49-F238E27FC236}">
                <a16:creationId xmlns:a16="http://schemas.microsoft.com/office/drawing/2014/main" id="{4D700088-B846-15DD-BF93-B0E6DFAB8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0408" name="Text Box 8">
            <a:extLst>
              <a:ext uri="{FF2B5EF4-FFF2-40B4-BE49-F238E27FC236}">
                <a16:creationId xmlns:a16="http://schemas.microsoft.com/office/drawing/2014/main" id="{8BCDD7E3-2DC8-9EE4-3CA4-8731B9ACC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0409" name="Text Box 9">
            <a:extLst>
              <a:ext uri="{FF2B5EF4-FFF2-40B4-BE49-F238E27FC236}">
                <a16:creationId xmlns:a16="http://schemas.microsoft.com/office/drawing/2014/main" id="{7B2FF08B-B4FB-2A58-5D2E-2F53FEBC3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0410" name="Text Box 10">
            <a:extLst>
              <a:ext uri="{FF2B5EF4-FFF2-40B4-BE49-F238E27FC236}">
                <a16:creationId xmlns:a16="http://schemas.microsoft.com/office/drawing/2014/main" id="{B28318AD-C93D-7FF4-7903-E195094EC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0411" name="Text Box 11">
            <a:extLst>
              <a:ext uri="{FF2B5EF4-FFF2-40B4-BE49-F238E27FC236}">
                <a16:creationId xmlns:a16="http://schemas.microsoft.com/office/drawing/2014/main" id="{2CD3BF17-AA1E-82A1-37CD-04ECEC68D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0412" name="Text Box 12">
            <a:extLst>
              <a:ext uri="{FF2B5EF4-FFF2-40B4-BE49-F238E27FC236}">
                <a16:creationId xmlns:a16="http://schemas.microsoft.com/office/drawing/2014/main" id="{EDB3DD17-8F5A-A8A9-A4AC-D9568D59A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0413" name="Text Box 13">
            <a:extLst>
              <a:ext uri="{FF2B5EF4-FFF2-40B4-BE49-F238E27FC236}">
                <a16:creationId xmlns:a16="http://schemas.microsoft.com/office/drawing/2014/main" id="{5119345C-8201-A930-06BA-237A86CC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0414" name="Text Box 14">
            <a:extLst>
              <a:ext uri="{FF2B5EF4-FFF2-40B4-BE49-F238E27FC236}">
                <a16:creationId xmlns:a16="http://schemas.microsoft.com/office/drawing/2014/main" id="{B5D47792-3A6A-79F4-7F39-413E6C7AC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0415" name="Text Box 15">
            <a:extLst>
              <a:ext uri="{FF2B5EF4-FFF2-40B4-BE49-F238E27FC236}">
                <a16:creationId xmlns:a16="http://schemas.microsoft.com/office/drawing/2014/main" id="{2E1B88A9-1DEB-D7EB-3E7A-F18DCD39A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30416" name="Text Box 16">
            <a:extLst>
              <a:ext uri="{FF2B5EF4-FFF2-40B4-BE49-F238E27FC236}">
                <a16:creationId xmlns:a16="http://schemas.microsoft.com/office/drawing/2014/main" id="{DAFE5985-5C3A-0E9A-5347-52E2710B8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0417" name="Text Box 17">
            <a:extLst>
              <a:ext uri="{FF2B5EF4-FFF2-40B4-BE49-F238E27FC236}">
                <a16:creationId xmlns:a16="http://schemas.microsoft.com/office/drawing/2014/main" id="{A89DBF30-8DB9-4509-83F5-B76C986DF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0418" name="Group 18">
            <a:extLst>
              <a:ext uri="{FF2B5EF4-FFF2-40B4-BE49-F238E27FC236}">
                <a16:creationId xmlns:a16="http://schemas.microsoft.com/office/drawing/2014/main" id="{4CF0D5F1-C0B5-D013-CF63-A22D45FA81F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38613"/>
            <a:ext cx="590550" cy="446087"/>
            <a:chOff x="1760" y="2424"/>
            <a:chExt cx="372" cy="502"/>
          </a:xfrm>
        </p:grpSpPr>
        <p:sp>
          <p:nvSpPr>
            <p:cNvPr id="230419" name="Line 19">
              <a:extLst>
                <a:ext uri="{FF2B5EF4-FFF2-40B4-BE49-F238E27FC236}">
                  <a16:creationId xmlns:a16="http://schemas.microsoft.com/office/drawing/2014/main" id="{2070A8EB-7BBD-7BBD-7358-E43B06B89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20" name="Line 20">
              <a:extLst>
                <a:ext uri="{FF2B5EF4-FFF2-40B4-BE49-F238E27FC236}">
                  <a16:creationId xmlns:a16="http://schemas.microsoft.com/office/drawing/2014/main" id="{03CA886E-C07F-99C5-A59D-E8FEE3178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0421" name="Line 21">
              <a:extLst>
                <a:ext uri="{FF2B5EF4-FFF2-40B4-BE49-F238E27FC236}">
                  <a16:creationId xmlns:a16="http://schemas.microsoft.com/office/drawing/2014/main" id="{9B3477CE-1761-1796-53E8-0F950D660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0423" name="Text Box 23">
            <a:extLst>
              <a:ext uri="{FF2B5EF4-FFF2-40B4-BE49-F238E27FC236}">
                <a16:creationId xmlns:a16="http://schemas.microsoft.com/office/drawing/2014/main" id="{851BA555-AE24-AEAC-B940-AE5CA9E02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0424" name="Text Box 24">
            <a:extLst>
              <a:ext uri="{FF2B5EF4-FFF2-40B4-BE49-F238E27FC236}">
                <a16:creationId xmlns:a16="http://schemas.microsoft.com/office/drawing/2014/main" id="{2A0AD77A-D23D-2F6F-B640-C7A531ACF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C2BCFB5D-25CE-D34C-6545-04F594D36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4499" name="Text Box 3">
            <a:extLst>
              <a:ext uri="{FF2B5EF4-FFF2-40B4-BE49-F238E27FC236}">
                <a16:creationId xmlns:a16="http://schemas.microsoft.com/office/drawing/2014/main" id="{455CF4AF-BACA-0468-C076-C87EA75CA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4500" name="Text Box 4">
            <a:extLst>
              <a:ext uri="{FF2B5EF4-FFF2-40B4-BE49-F238E27FC236}">
                <a16:creationId xmlns:a16="http://schemas.microsoft.com/office/drawing/2014/main" id="{5D33C9E0-EA1B-22F7-0814-47D7067CD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4501" name="Text Box 5">
            <a:extLst>
              <a:ext uri="{FF2B5EF4-FFF2-40B4-BE49-F238E27FC236}">
                <a16:creationId xmlns:a16="http://schemas.microsoft.com/office/drawing/2014/main" id="{A3901696-C380-F6F3-5CD6-37918A6BF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4502" name="Text Box 6">
            <a:extLst>
              <a:ext uri="{FF2B5EF4-FFF2-40B4-BE49-F238E27FC236}">
                <a16:creationId xmlns:a16="http://schemas.microsoft.com/office/drawing/2014/main" id="{F6E1AA5F-E973-5B93-DA54-0B07BC803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4503" name="Text Box 7">
            <a:extLst>
              <a:ext uri="{FF2B5EF4-FFF2-40B4-BE49-F238E27FC236}">
                <a16:creationId xmlns:a16="http://schemas.microsoft.com/office/drawing/2014/main" id="{8ADF5475-B626-5441-2D61-008E2A3EB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4504" name="Text Box 8">
            <a:extLst>
              <a:ext uri="{FF2B5EF4-FFF2-40B4-BE49-F238E27FC236}">
                <a16:creationId xmlns:a16="http://schemas.microsoft.com/office/drawing/2014/main" id="{C42267F4-BFD4-983A-CCBD-743EF2C68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4505" name="Text Box 9">
            <a:extLst>
              <a:ext uri="{FF2B5EF4-FFF2-40B4-BE49-F238E27FC236}">
                <a16:creationId xmlns:a16="http://schemas.microsoft.com/office/drawing/2014/main" id="{59E99C6C-6715-4B6E-4718-C30FDA02E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4506" name="Text Box 10">
            <a:extLst>
              <a:ext uri="{FF2B5EF4-FFF2-40B4-BE49-F238E27FC236}">
                <a16:creationId xmlns:a16="http://schemas.microsoft.com/office/drawing/2014/main" id="{FA0235B5-809E-84DE-2E77-9A946F11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4507" name="Text Box 11">
            <a:extLst>
              <a:ext uri="{FF2B5EF4-FFF2-40B4-BE49-F238E27FC236}">
                <a16:creationId xmlns:a16="http://schemas.microsoft.com/office/drawing/2014/main" id="{7098203F-7F0C-84CF-B28B-E4265F1B4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4508" name="Text Box 12">
            <a:extLst>
              <a:ext uri="{FF2B5EF4-FFF2-40B4-BE49-F238E27FC236}">
                <a16:creationId xmlns:a16="http://schemas.microsoft.com/office/drawing/2014/main" id="{B824EE12-168A-F7C1-0E63-85627233A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4509" name="Text Box 13">
            <a:extLst>
              <a:ext uri="{FF2B5EF4-FFF2-40B4-BE49-F238E27FC236}">
                <a16:creationId xmlns:a16="http://schemas.microsoft.com/office/drawing/2014/main" id="{63E989A7-A0EF-5425-2EAF-1428EA8FE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4510" name="Text Box 14">
            <a:extLst>
              <a:ext uri="{FF2B5EF4-FFF2-40B4-BE49-F238E27FC236}">
                <a16:creationId xmlns:a16="http://schemas.microsoft.com/office/drawing/2014/main" id="{FD048097-D0D1-97C2-57FB-9C55955E6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4511" name="Text Box 15">
            <a:extLst>
              <a:ext uri="{FF2B5EF4-FFF2-40B4-BE49-F238E27FC236}">
                <a16:creationId xmlns:a16="http://schemas.microsoft.com/office/drawing/2014/main" id="{F5EA3D23-32AE-B14A-092F-91F38F230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34512" name="Text Box 16">
            <a:extLst>
              <a:ext uri="{FF2B5EF4-FFF2-40B4-BE49-F238E27FC236}">
                <a16:creationId xmlns:a16="http://schemas.microsoft.com/office/drawing/2014/main" id="{98D856C8-D68A-93FE-93EC-27FB40DBC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4513" name="Text Box 17">
            <a:extLst>
              <a:ext uri="{FF2B5EF4-FFF2-40B4-BE49-F238E27FC236}">
                <a16:creationId xmlns:a16="http://schemas.microsoft.com/office/drawing/2014/main" id="{C99BF452-8F31-7C41-95B1-567365B05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4514" name="Group 18">
            <a:extLst>
              <a:ext uri="{FF2B5EF4-FFF2-40B4-BE49-F238E27FC236}">
                <a16:creationId xmlns:a16="http://schemas.microsoft.com/office/drawing/2014/main" id="{C0FF96DE-22D8-DF57-356B-B3B45131B6B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38613"/>
            <a:ext cx="590550" cy="446087"/>
            <a:chOff x="1760" y="2424"/>
            <a:chExt cx="372" cy="502"/>
          </a:xfrm>
        </p:grpSpPr>
        <p:sp>
          <p:nvSpPr>
            <p:cNvPr id="234515" name="Line 19">
              <a:extLst>
                <a:ext uri="{FF2B5EF4-FFF2-40B4-BE49-F238E27FC236}">
                  <a16:creationId xmlns:a16="http://schemas.microsoft.com/office/drawing/2014/main" id="{2F7C8795-6EC5-8A38-A0BA-5E52B95B1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516" name="Line 20">
              <a:extLst>
                <a:ext uri="{FF2B5EF4-FFF2-40B4-BE49-F238E27FC236}">
                  <a16:creationId xmlns:a16="http://schemas.microsoft.com/office/drawing/2014/main" id="{F155001E-729D-AF0A-3342-AFD382DC9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517" name="Line 21">
              <a:extLst>
                <a:ext uri="{FF2B5EF4-FFF2-40B4-BE49-F238E27FC236}">
                  <a16:creationId xmlns:a16="http://schemas.microsoft.com/office/drawing/2014/main" id="{0C8AE5FD-E836-858D-655E-AB34B0546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4519" name="Text Box 23">
            <a:extLst>
              <a:ext uri="{FF2B5EF4-FFF2-40B4-BE49-F238E27FC236}">
                <a16:creationId xmlns:a16="http://schemas.microsoft.com/office/drawing/2014/main" id="{2F17C041-46D4-63F7-D542-C9F1B8796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34520" name="Text Box 24">
            <a:extLst>
              <a:ext uri="{FF2B5EF4-FFF2-40B4-BE49-F238E27FC236}">
                <a16:creationId xmlns:a16="http://schemas.microsoft.com/office/drawing/2014/main" id="{1ADC0021-F67A-445D-5D67-B72E5048F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4521" name="Text Box 25">
            <a:extLst>
              <a:ext uri="{FF2B5EF4-FFF2-40B4-BE49-F238E27FC236}">
                <a16:creationId xmlns:a16="http://schemas.microsoft.com/office/drawing/2014/main" id="{E3833DCF-937E-5F41-A611-DB4E1E3D5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73F62AB7-34F2-9DBE-0690-513163CB8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1427" name="Text Box 3">
            <a:extLst>
              <a:ext uri="{FF2B5EF4-FFF2-40B4-BE49-F238E27FC236}">
                <a16:creationId xmlns:a16="http://schemas.microsoft.com/office/drawing/2014/main" id="{475BEFB1-C7BF-4BA1-3597-36CACADDE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1428" name="Text Box 4">
            <a:extLst>
              <a:ext uri="{FF2B5EF4-FFF2-40B4-BE49-F238E27FC236}">
                <a16:creationId xmlns:a16="http://schemas.microsoft.com/office/drawing/2014/main" id="{78030D66-A973-C46A-863D-20EEC7A85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1429" name="Text Box 5">
            <a:extLst>
              <a:ext uri="{FF2B5EF4-FFF2-40B4-BE49-F238E27FC236}">
                <a16:creationId xmlns:a16="http://schemas.microsoft.com/office/drawing/2014/main" id="{A0288BBC-75B2-00C4-CD94-6F425AD3F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1430" name="Text Box 6">
            <a:extLst>
              <a:ext uri="{FF2B5EF4-FFF2-40B4-BE49-F238E27FC236}">
                <a16:creationId xmlns:a16="http://schemas.microsoft.com/office/drawing/2014/main" id="{751C6943-D714-0969-08E4-270A99E7F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9A526E50-D5BA-CF8C-AE7D-DC06A199E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CA0631A8-41E0-6B65-9394-E522853AD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1433" name="Text Box 9">
            <a:extLst>
              <a:ext uri="{FF2B5EF4-FFF2-40B4-BE49-F238E27FC236}">
                <a16:creationId xmlns:a16="http://schemas.microsoft.com/office/drawing/2014/main" id="{DFE189E6-E8A1-0EEC-92B9-1A5BC2E88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1434" name="Text Box 10">
            <a:extLst>
              <a:ext uri="{FF2B5EF4-FFF2-40B4-BE49-F238E27FC236}">
                <a16:creationId xmlns:a16="http://schemas.microsoft.com/office/drawing/2014/main" id="{172EA3D9-01CD-1A40-45E2-71AAD701D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1435" name="Text Box 11">
            <a:extLst>
              <a:ext uri="{FF2B5EF4-FFF2-40B4-BE49-F238E27FC236}">
                <a16:creationId xmlns:a16="http://schemas.microsoft.com/office/drawing/2014/main" id="{996BF746-05C2-4503-CBBF-3005BA372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1436" name="Text Box 12">
            <a:extLst>
              <a:ext uri="{FF2B5EF4-FFF2-40B4-BE49-F238E27FC236}">
                <a16:creationId xmlns:a16="http://schemas.microsoft.com/office/drawing/2014/main" id="{12C9F1BA-8662-7111-6542-1020DC93A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1437" name="Text Box 13">
            <a:extLst>
              <a:ext uri="{FF2B5EF4-FFF2-40B4-BE49-F238E27FC236}">
                <a16:creationId xmlns:a16="http://schemas.microsoft.com/office/drawing/2014/main" id="{D5FD253A-4A3E-2AF7-AD12-6260EE423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1438" name="Text Box 14">
            <a:extLst>
              <a:ext uri="{FF2B5EF4-FFF2-40B4-BE49-F238E27FC236}">
                <a16:creationId xmlns:a16="http://schemas.microsoft.com/office/drawing/2014/main" id="{B2C12B8B-57EE-FE01-A034-43895492C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1439" name="Text Box 15">
            <a:extLst>
              <a:ext uri="{FF2B5EF4-FFF2-40B4-BE49-F238E27FC236}">
                <a16:creationId xmlns:a16="http://schemas.microsoft.com/office/drawing/2014/main" id="{DFA655C5-CCB8-804F-35F7-205E6179D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31440" name="Text Box 16">
            <a:extLst>
              <a:ext uri="{FF2B5EF4-FFF2-40B4-BE49-F238E27FC236}">
                <a16:creationId xmlns:a16="http://schemas.microsoft.com/office/drawing/2014/main" id="{D086D605-64DE-8BC2-B954-4F0C01C7E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1441" name="Text Box 17">
            <a:extLst>
              <a:ext uri="{FF2B5EF4-FFF2-40B4-BE49-F238E27FC236}">
                <a16:creationId xmlns:a16="http://schemas.microsoft.com/office/drawing/2014/main" id="{1AFE0F25-C5C3-C942-B85F-DB2EC8F00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1442" name="Group 18">
            <a:extLst>
              <a:ext uri="{FF2B5EF4-FFF2-40B4-BE49-F238E27FC236}">
                <a16:creationId xmlns:a16="http://schemas.microsoft.com/office/drawing/2014/main" id="{E1C43831-B1D5-1C34-CB44-E9582011F5A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38613"/>
            <a:ext cx="590550" cy="446087"/>
            <a:chOff x="1760" y="2424"/>
            <a:chExt cx="372" cy="502"/>
          </a:xfrm>
        </p:grpSpPr>
        <p:sp>
          <p:nvSpPr>
            <p:cNvPr id="231443" name="Line 19">
              <a:extLst>
                <a:ext uri="{FF2B5EF4-FFF2-40B4-BE49-F238E27FC236}">
                  <a16:creationId xmlns:a16="http://schemas.microsoft.com/office/drawing/2014/main" id="{E68FED7F-D36F-E2EF-79FB-D2E457E55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44" name="Line 20">
              <a:extLst>
                <a:ext uri="{FF2B5EF4-FFF2-40B4-BE49-F238E27FC236}">
                  <a16:creationId xmlns:a16="http://schemas.microsoft.com/office/drawing/2014/main" id="{6E35426E-C26A-7395-D63E-C2699B995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445" name="Line 21">
              <a:extLst>
                <a:ext uri="{FF2B5EF4-FFF2-40B4-BE49-F238E27FC236}">
                  <a16:creationId xmlns:a16="http://schemas.microsoft.com/office/drawing/2014/main" id="{AEFF0D77-553A-5E17-C905-3D449FB76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1446" name="Text Box 22">
            <a:extLst>
              <a:ext uri="{FF2B5EF4-FFF2-40B4-BE49-F238E27FC236}">
                <a16:creationId xmlns:a16="http://schemas.microsoft.com/office/drawing/2014/main" id="{E8B1C4FE-A47A-5B85-7DBC-887A4F497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31447" name="Text Box 23">
            <a:extLst>
              <a:ext uri="{FF2B5EF4-FFF2-40B4-BE49-F238E27FC236}">
                <a16:creationId xmlns:a16="http://schemas.microsoft.com/office/drawing/2014/main" id="{DED02619-91B4-5297-B614-F8C63A293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1448" name="Text Box 24">
            <a:extLst>
              <a:ext uri="{FF2B5EF4-FFF2-40B4-BE49-F238E27FC236}">
                <a16:creationId xmlns:a16="http://schemas.microsoft.com/office/drawing/2014/main" id="{50BA65B9-8FDC-49A7-1461-DE27E0E83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9D1A852D-0163-6DEE-6409-93F38449B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2451" name="Text Box 3">
            <a:extLst>
              <a:ext uri="{FF2B5EF4-FFF2-40B4-BE49-F238E27FC236}">
                <a16:creationId xmlns:a16="http://schemas.microsoft.com/office/drawing/2014/main" id="{37E923A2-F0D9-9B3A-6E8E-29D419E2B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2452" name="Text Box 4">
            <a:extLst>
              <a:ext uri="{FF2B5EF4-FFF2-40B4-BE49-F238E27FC236}">
                <a16:creationId xmlns:a16="http://schemas.microsoft.com/office/drawing/2014/main" id="{FF101651-6964-05DE-4322-FF992A64A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2453" name="Text Box 5">
            <a:extLst>
              <a:ext uri="{FF2B5EF4-FFF2-40B4-BE49-F238E27FC236}">
                <a16:creationId xmlns:a16="http://schemas.microsoft.com/office/drawing/2014/main" id="{C1E308E3-7964-82DE-0A9C-D422F48E7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2454" name="Text Box 6">
            <a:extLst>
              <a:ext uri="{FF2B5EF4-FFF2-40B4-BE49-F238E27FC236}">
                <a16:creationId xmlns:a16="http://schemas.microsoft.com/office/drawing/2014/main" id="{D4A59501-2338-EF23-9737-29F281993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2455" name="Text Box 7">
            <a:extLst>
              <a:ext uri="{FF2B5EF4-FFF2-40B4-BE49-F238E27FC236}">
                <a16:creationId xmlns:a16="http://schemas.microsoft.com/office/drawing/2014/main" id="{25C03794-644D-25C9-F0C2-61F248479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2456" name="Text Box 8">
            <a:extLst>
              <a:ext uri="{FF2B5EF4-FFF2-40B4-BE49-F238E27FC236}">
                <a16:creationId xmlns:a16="http://schemas.microsoft.com/office/drawing/2014/main" id="{BD1986AB-D709-691F-13C5-948CA25F7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2457" name="Text Box 9">
            <a:extLst>
              <a:ext uri="{FF2B5EF4-FFF2-40B4-BE49-F238E27FC236}">
                <a16:creationId xmlns:a16="http://schemas.microsoft.com/office/drawing/2014/main" id="{BC73DC74-B2A9-1A1B-F783-7BD9D7BA5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2458" name="Text Box 10">
            <a:extLst>
              <a:ext uri="{FF2B5EF4-FFF2-40B4-BE49-F238E27FC236}">
                <a16:creationId xmlns:a16="http://schemas.microsoft.com/office/drawing/2014/main" id="{455BB82A-AAA1-A352-BCA8-5792919E4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2459" name="Text Box 11">
            <a:extLst>
              <a:ext uri="{FF2B5EF4-FFF2-40B4-BE49-F238E27FC236}">
                <a16:creationId xmlns:a16="http://schemas.microsoft.com/office/drawing/2014/main" id="{E07B246B-A372-0C4E-A53D-000F2B37C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2460" name="Text Box 12">
            <a:extLst>
              <a:ext uri="{FF2B5EF4-FFF2-40B4-BE49-F238E27FC236}">
                <a16:creationId xmlns:a16="http://schemas.microsoft.com/office/drawing/2014/main" id="{AA4E29EC-849F-E272-5F1C-6B17C8046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2461" name="Text Box 13">
            <a:extLst>
              <a:ext uri="{FF2B5EF4-FFF2-40B4-BE49-F238E27FC236}">
                <a16:creationId xmlns:a16="http://schemas.microsoft.com/office/drawing/2014/main" id="{DEA2E312-D59B-DCF1-EA95-7F2F91E7C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2462" name="Text Box 14">
            <a:extLst>
              <a:ext uri="{FF2B5EF4-FFF2-40B4-BE49-F238E27FC236}">
                <a16:creationId xmlns:a16="http://schemas.microsoft.com/office/drawing/2014/main" id="{D66C0B2D-050F-E5B7-2464-70B6F8993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2463" name="Text Box 15">
            <a:extLst>
              <a:ext uri="{FF2B5EF4-FFF2-40B4-BE49-F238E27FC236}">
                <a16:creationId xmlns:a16="http://schemas.microsoft.com/office/drawing/2014/main" id="{38C08FB5-F0BB-2786-6BB2-9B0D8AC0D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32464" name="Text Box 16">
            <a:extLst>
              <a:ext uri="{FF2B5EF4-FFF2-40B4-BE49-F238E27FC236}">
                <a16:creationId xmlns:a16="http://schemas.microsoft.com/office/drawing/2014/main" id="{77539594-54B4-FB06-1CD1-746EA834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2465" name="Text Box 17">
            <a:extLst>
              <a:ext uri="{FF2B5EF4-FFF2-40B4-BE49-F238E27FC236}">
                <a16:creationId xmlns:a16="http://schemas.microsoft.com/office/drawing/2014/main" id="{5842A2EE-4DE0-DCF7-B435-FF40527B2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2466" name="Group 18">
            <a:extLst>
              <a:ext uri="{FF2B5EF4-FFF2-40B4-BE49-F238E27FC236}">
                <a16:creationId xmlns:a16="http://schemas.microsoft.com/office/drawing/2014/main" id="{DE2A57CF-8EAD-0BE3-F6E3-2A5967AF9C7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38613"/>
            <a:ext cx="590550" cy="446087"/>
            <a:chOff x="1760" y="2424"/>
            <a:chExt cx="372" cy="502"/>
          </a:xfrm>
        </p:grpSpPr>
        <p:sp>
          <p:nvSpPr>
            <p:cNvPr id="232467" name="Line 19">
              <a:extLst>
                <a:ext uri="{FF2B5EF4-FFF2-40B4-BE49-F238E27FC236}">
                  <a16:creationId xmlns:a16="http://schemas.microsoft.com/office/drawing/2014/main" id="{D232D540-7BBA-A16A-9892-C2153C913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8" name="Line 20">
              <a:extLst>
                <a:ext uri="{FF2B5EF4-FFF2-40B4-BE49-F238E27FC236}">
                  <a16:creationId xmlns:a16="http://schemas.microsoft.com/office/drawing/2014/main" id="{ACEA4B1E-B092-CBCD-2084-10707E763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9" name="Line 21">
              <a:extLst>
                <a:ext uri="{FF2B5EF4-FFF2-40B4-BE49-F238E27FC236}">
                  <a16:creationId xmlns:a16="http://schemas.microsoft.com/office/drawing/2014/main" id="{7769DF3B-384E-6CCF-0538-2708F04D1D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2471" name="Text Box 23">
            <a:extLst>
              <a:ext uri="{FF2B5EF4-FFF2-40B4-BE49-F238E27FC236}">
                <a16:creationId xmlns:a16="http://schemas.microsoft.com/office/drawing/2014/main" id="{7C44595A-A14D-367B-44DB-7A68BE7E4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2472" name="Text Box 24">
            <a:extLst>
              <a:ext uri="{FF2B5EF4-FFF2-40B4-BE49-F238E27FC236}">
                <a16:creationId xmlns:a16="http://schemas.microsoft.com/office/drawing/2014/main" id="{713A6CF3-3A2C-FB02-FF1D-221376366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E4A8CBD0-17D8-566D-A33E-362388C90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3475" name="Text Box 3">
            <a:extLst>
              <a:ext uri="{FF2B5EF4-FFF2-40B4-BE49-F238E27FC236}">
                <a16:creationId xmlns:a16="http://schemas.microsoft.com/office/drawing/2014/main" id="{A651EC6F-9C9C-19ED-420D-011ED84D4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3476" name="Text Box 4">
            <a:extLst>
              <a:ext uri="{FF2B5EF4-FFF2-40B4-BE49-F238E27FC236}">
                <a16:creationId xmlns:a16="http://schemas.microsoft.com/office/drawing/2014/main" id="{19FC2628-627F-F47C-235B-B84EF139D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3477" name="Text Box 5">
            <a:extLst>
              <a:ext uri="{FF2B5EF4-FFF2-40B4-BE49-F238E27FC236}">
                <a16:creationId xmlns:a16="http://schemas.microsoft.com/office/drawing/2014/main" id="{AB877C7E-40D5-7627-4C9D-709CB2811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3478" name="Text Box 6">
            <a:extLst>
              <a:ext uri="{FF2B5EF4-FFF2-40B4-BE49-F238E27FC236}">
                <a16:creationId xmlns:a16="http://schemas.microsoft.com/office/drawing/2014/main" id="{0F727B3F-3785-16D7-A358-351877D6F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3479" name="Text Box 7">
            <a:extLst>
              <a:ext uri="{FF2B5EF4-FFF2-40B4-BE49-F238E27FC236}">
                <a16:creationId xmlns:a16="http://schemas.microsoft.com/office/drawing/2014/main" id="{A39F2400-5720-518D-F677-FD9A13A8C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3480" name="Text Box 8">
            <a:extLst>
              <a:ext uri="{FF2B5EF4-FFF2-40B4-BE49-F238E27FC236}">
                <a16:creationId xmlns:a16="http://schemas.microsoft.com/office/drawing/2014/main" id="{44668342-9D1E-BC55-254F-50578A565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3481" name="Text Box 9">
            <a:extLst>
              <a:ext uri="{FF2B5EF4-FFF2-40B4-BE49-F238E27FC236}">
                <a16:creationId xmlns:a16="http://schemas.microsoft.com/office/drawing/2014/main" id="{73393052-7C4D-D731-B3AF-C99019579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3482" name="Text Box 10">
            <a:extLst>
              <a:ext uri="{FF2B5EF4-FFF2-40B4-BE49-F238E27FC236}">
                <a16:creationId xmlns:a16="http://schemas.microsoft.com/office/drawing/2014/main" id="{7404F7CC-9B60-A59E-338F-058B456C8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3483" name="Text Box 11">
            <a:extLst>
              <a:ext uri="{FF2B5EF4-FFF2-40B4-BE49-F238E27FC236}">
                <a16:creationId xmlns:a16="http://schemas.microsoft.com/office/drawing/2014/main" id="{3FD79FD7-B9AB-5871-BDB1-104ADD3B4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3484" name="Text Box 12">
            <a:extLst>
              <a:ext uri="{FF2B5EF4-FFF2-40B4-BE49-F238E27FC236}">
                <a16:creationId xmlns:a16="http://schemas.microsoft.com/office/drawing/2014/main" id="{9ABC33D9-1E22-14EF-16E3-50F98809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3485" name="Text Box 13">
            <a:extLst>
              <a:ext uri="{FF2B5EF4-FFF2-40B4-BE49-F238E27FC236}">
                <a16:creationId xmlns:a16="http://schemas.microsoft.com/office/drawing/2014/main" id="{1DC7FB66-3AF9-B3CB-E1D1-6C1BBF486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3486" name="Text Box 14">
            <a:extLst>
              <a:ext uri="{FF2B5EF4-FFF2-40B4-BE49-F238E27FC236}">
                <a16:creationId xmlns:a16="http://schemas.microsoft.com/office/drawing/2014/main" id="{B6F4C284-BCAB-5529-7DD2-FB600C0CB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3487" name="Text Box 15">
            <a:extLst>
              <a:ext uri="{FF2B5EF4-FFF2-40B4-BE49-F238E27FC236}">
                <a16:creationId xmlns:a16="http://schemas.microsoft.com/office/drawing/2014/main" id="{D0E83802-BB1B-A2CA-E341-8EAF7CA1F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33488" name="Text Box 16">
            <a:extLst>
              <a:ext uri="{FF2B5EF4-FFF2-40B4-BE49-F238E27FC236}">
                <a16:creationId xmlns:a16="http://schemas.microsoft.com/office/drawing/2014/main" id="{B4F51700-9FC7-B168-DAC2-C9EC4E3F2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3489" name="Text Box 17">
            <a:extLst>
              <a:ext uri="{FF2B5EF4-FFF2-40B4-BE49-F238E27FC236}">
                <a16:creationId xmlns:a16="http://schemas.microsoft.com/office/drawing/2014/main" id="{975B7A61-5DF0-3E66-5DB0-7909FDC5F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3490" name="Group 18">
            <a:extLst>
              <a:ext uri="{FF2B5EF4-FFF2-40B4-BE49-F238E27FC236}">
                <a16:creationId xmlns:a16="http://schemas.microsoft.com/office/drawing/2014/main" id="{4D838A23-1BD5-8BB0-DB8A-96E291D7577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38613"/>
            <a:ext cx="590550" cy="446087"/>
            <a:chOff x="1760" y="2424"/>
            <a:chExt cx="372" cy="502"/>
          </a:xfrm>
        </p:grpSpPr>
        <p:sp>
          <p:nvSpPr>
            <p:cNvPr id="233491" name="Line 19">
              <a:extLst>
                <a:ext uri="{FF2B5EF4-FFF2-40B4-BE49-F238E27FC236}">
                  <a16:creationId xmlns:a16="http://schemas.microsoft.com/office/drawing/2014/main" id="{CECF75C4-022C-D2DF-5AF4-68E8BFC92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492" name="Line 20">
              <a:extLst>
                <a:ext uri="{FF2B5EF4-FFF2-40B4-BE49-F238E27FC236}">
                  <a16:creationId xmlns:a16="http://schemas.microsoft.com/office/drawing/2014/main" id="{07998709-B3DA-0687-B773-61B11787D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493" name="Line 21">
              <a:extLst>
                <a:ext uri="{FF2B5EF4-FFF2-40B4-BE49-F238E27FC236}">
                  <a16:creationId xmlns:a16="http://schemas.microsoft.com/office/drawing/2014/main" id="{A03AC8AA-08AC-B236-10B8-6900E665B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3494" name="Text Box 22">
            <a:extLst>
              <a:ext uri="{FF2B5EF4-FFF2-40B4-BE49-F238E27FC236}">
                <a16:creationId xmlns:a16="http://schemas.microsoft.com/office/drawing/2014/main" id="{B4E38FE4-F538-33B3-9D6B-12F10CB97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33495" name="Text Box 23">
            <a:extLst>
              <a:ext uri="{FF2B5EF4-FFF2-40B4-BE49-F238E27FC236}">
                <a16:creationId xmlns:a16="http://schemas.microsoft.com/office/drawing/2014/main" id="{236C6D8B-6749-FA5A-43B5-0910352DE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3496" name="Text Box 24">
            <a:extLst>
              <a:ext uri="{FF2B5EF4-FFF2-40B4-BE49-F238E27FC236}">
                <a16:creationId xmlns:a16="http://schemas.microsoft.com/office/drawing/2014/main" id="{9CD4FB48-A581-C9BD-1098-673D13C3F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33386E58-1DBC-D298-27D6-9631DD76B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5523" name="Text Box 3">
            <a:extLst>
              <a:ext uri="{FF2B5EF4-FFF2-40B4-BE49-F238E27FC236}">
                <a16:creationId xmlns:a16="http://schemas.microsoft.com/office/drawing/2014/main" id="{7EB51924-BCBF-2577-269A-8A11C386A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5524" name="Text Box 4">
            <a:extLst>
              <a:ext uri="{FF2B5EF4-FFF2-40B4-BE49-F238E27FC236}">
                <a16:creationId xmlns:a16="http://schemas.microsoft.com/office/drawing/2014/main" id="{88D55967-9789-2F39-73AF-F83222DDE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5525" name="Text Box 5">
            <a:extLst>
              <a:ext uri="{FF2B5EF4-FFF2-40B4-BE49-F238E27FC236}">
                <a16:creationId xmlns:a16="http://schemas.microsoft.com/office/drawing/2014/main" id="{604E4AC6-1A84-DF8E-4106-AB54BB35F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5526" name="Text Box 6">
            <a:extLst>
              <a:ext uri="{FF2B5EF4-FFF2-40B4-BE49-F238E27FC236}">
                <a16:creationId xmlns:a16="http://schemas.microsoft.com/office/drawing/2014/main" id="{D3EDD3AC-3455-9801-F018-C4BFAE334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5527" name="Text Box 7">
            <a:extLst>
              <a:ext uri="{FF2B5EF4-FFF2-40B4-BE49-F238E27FC236}">
                <a16:creationId xmlns:a16="http://schemas.microsoft.com/office/drawing/2014/main" id="{E81CE5EC-E042-0C4D-AE56-0E2810670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5528" name="Text Box 8">
            <a:extLst>
              <a:ext uri="{FF2B5EF4-FFF2-40B4-BE49-F238E27FC236}">
                <a16:creationId xmlns:a16="http://schemas.microsoft.com/office/drawing/2014/main" id="{4A03885F-0D13-191F-7526-179E36BC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5529" name="Text Box 9">
            <a:extLst>
              <a:ext uri="{FF2B5EF4-FFF2-40B4-BE49-F238E27FC236}">
                <a16:creationId xmlns:a16="http://schemas.microsoft.com/office/drawing/2014/main" id="{758F1B38-152B-6CF6-AAD6-21399F6DE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5530" name="Text Box 10">
            <a:extLst>
              <a:ext uri="{FF2B5EF4-FFF2-40B4-BE49-F238E27FC236}">
                <a16:creationId xmlns:a16="http://schemas.microsoft.com/office/drawing/2014/main" id="{F822F8F0-3A06-F835-B8B4-846D7549D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5531" name="Text Box 11">
            <a:extLst>
              <a:ext uri="{FF2B5EF4-FFF2-40B4-BE49-F238E27FC236}">
                <a16:creationId xmlns:a16="http://schemas.microsoft.com/office/drawing/2014/main" id="{30C1C620-5292-C055-859B-A40465DB2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5532" name="Text Box 12">
            <a:extLst>
              <a:ext uri="{FF2B5EF4-FFF2-40B4-BE49-F238E27FC236}">
                <a16:creationId xmlns:a16="http://schemas.microsoft.com/office/drawing/2014/main" id="{B11EF16B-00B4-5DF2-89D8-F93378778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5533" name="Text Box 13">
            <a:extLst>
              <a:ext uri="{FF2B5EF4-FFF2-40B4-BE49-F238E27FC236}">
                <a16:creationId xmlns:a16="http://schemas.microsoft.com/office/drawing/2014/main" id="{DB8AE20C-7C5D-5803-3451-59EC8E2E0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5534" name="Text Box 14">
            <a:extLst>
              <a:ext uri="{FF2B5EF4-FFF2-40B4-BE49-F238E27FC236}">
                <a16:creationId xmlns:a16="http://schemas.microsoft.com/office/drawing/2014/main" id="{92EE777E-2F1A-BCC6-0928-A687FEEB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5535" name="Text Box 15">
            <a:extLst>
              <a:ext uri="{FF2B5EF4-FFF2-40B4-BE49-F238E27FC236}">
                <a16:creationId xmlns:a16="http://schemas.microsoft.com/office/drawing/2014/main" id="{2D915716-9373-0074-837A-D16C244DD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35536" name="Text Box 16">
            <a:extLst>
              <a:ext uri="{FF2B5EF4-FFF2-40B4-BE49-F238E27FC236}">
                <a16:creationId xmlns:a16="http://schemas.microsoft.com/office/drawing/2014/main" id="{9E4162B4-3438-FFF1-3F41-E7FA64A68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5537" name="Text Box 17">
            <a:extLst>
              <a:ext uri="{FF2B5EF4-FFF2-40B4-BE49-F238E27FC236}">
                <a16:creationId xmlns:a16="http://schemas.microsoft.com/office/drawing/2014/main" id="{541D8A54-0793-D5AB-1F3D-47CC17DE6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5538" name="Group 18">
            <a:extLst>
              <a:ext uri="{FF2B5EF4-FFF2-40B4-BE49-F238E27FC236}">
                <a16:creationId xmlns:a16="http://schemas.microsoft.com/office/drawing/2014/main" id="{1B6CD14E-25DB-905D-68A7-B5C8C7BACFA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38613"/>
            <a:ext cx="590550" cy="446087"/>
            <a:chOff x="1760" y="2424"/>
            <a:chExt cx="372" cy="502"/>
          </a:xfrm>
        </p:grpSpPr>
        <p:sp>
          <p:nvSpPr>
            <p:cNvPr id="235539" name="Line 19">
              <a:extLst>
                <a:ext uri="{FF2B5EF4-FFF2-40B4-BE49-F238E27FC236}">
                  <a16:creationId xmlns:a16="http://schemas.microsoft.com/office/drawing/2014/main" id="{F08C402F-BD1C-152F-56BB-E06132EDF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40" name="Line 20">
              <a:extLst>
                <a:ext uri="{FF2B5EF4-FFF2-40B4-BE49-F238E27FC236}">
                  <a16:creationId xmlns:a16="http://schemas.microsoft.com/office/drawing/2014/main" id="{F836123A-7E1E-DACF-F4D5-93D611605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41" name="Line 21">
              <a:extLst>
                <a:ext uri="{FF2B5EF4-FFF2-40B4-BE49-F238E27FC236}">
                  <a16:creationId xmlns:a16="http://schemas.microsoft.com/office/drawing/2014/main" id="{CA499BC7-56F9-0D91-D918-642252876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542" name="Text Box 22">
            <a:extLst>
              <a:ext uri="{FF2B5EF4-FFF2-40B4-BE49-F238E27FC236}">
                <a16:creationId xmlns:a16="http://schemas.microsoft.com/office/drawing/2014/main" id="{42D2E4BB-09B2-5E38-12CA-98FAF87CA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35543" name="Text Box 23">
            <a:extLst>
              <a:ext uri="{FF2B5EF4-FFF2-40B4-BE49-F238E27FC236}">
                <a16:creationId xmlns:a16="http://schemas.microsoft.com/office/drawing/2014/main" id="{16E9896D-D348-9C58-3B5B-7C6114A68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5544" name="Text Box 24">
            <a:extLst>
              <a:ext uri="{FF2B5EF4-FFF2-40B4-BE49-F238E27FC236}">
                <a16:creationId xmlns:a16="http://schemas.microsoft.com/office/drawing/2014/main" id="{C5256B9D-ECFC-22ED-B9BD-31B18F87A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97D7011E-BE87-739B-ECB0-5E6908E71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EE0C4C6F-B324-F558-675E-ECD578052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6548" name="Text Box 4">
            <a:extLst>
              <a:ext uri="{FF2B5EF4-FFF2-40B4-BE49-F238E27FC236}">
                <a16:creationId xmlns:a16="http://schemas.microsoft.com/office/drawing/2014/main" id="{C0CB8CBA-F0C8-A11C-3E78-322CCC072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6549" name="Text Box 5">
            <a:extLst>
              <a:ext uri="{FF2B5EF4-FFF2-40B4-BE49-F238E27FC236}">
                <a16:creationId xmlns:a16="http://schemas.microsoft.com/office/drawing/2014/main" id="{644A8A0D-A31C-B106-7DFC-CF0954A06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6550" name="Text Box 6">
            <a:extLst>
              <a:ext uri="{FF2B5EF4-FFF2-40B4-BE49-F238E27FC236}">
                <a16:creationId xmlns:a16="http://schemas.microsoft.com/office/drawing/2014/main" id="{35B6C011-B39C-1A89-3673-AF140C8C0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6551" name="Text Box 7">
            <a:extLst>
              <a:ext uri="{FF2B5EF4-FFF2-40B4-BE49-F238E27FC236}">
                <a16:creationId xmlns:a16="http://schemas.microsoft.com/office/drawing/2014/main" id="{86687C53-751A-F82A-BB1B-28A1E21D1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6552" name="Text Box 8">
            <a:extLst>
              <a:ext uri="{FF2B5EF4-FFF2-40B4-BE49-F238E27FC236}">
                <a16:creationId xmlns:a16="http://schemas.microsoft.com/office/drawing/2014/main" id="{11430098-F2E2-74CB-32CF-D2F7AFFD7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6553" name="Text Box 9">
            <a:extLst>
              <a:ext uri="{FF2B5EF4-FFF2-40B4-BE49-F238E27FC236}">
                <a16:creationId xmlns:a16="http://schemas.microsoft.com/office/drawing/2014/main" id="{0B9B0581-F041-8414-9587-334AD6F76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6554" name="Text Box 10">
            <a:extLst>
              <a:ext uri="{FF2B5EF4-FFF2-40B4-BE49-F238E27FC236}">
                <a16:creationId xmlns:a16="http://schemas.microsoft.com/office/drawing/2014/main" id="{D778327D-9DAF-EE53-3746-B34CD2F8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6555" name="Text Box 11">
            <a:extLst>
              <a:ext uri="{FF2B5EF4-FFF2-40B4-BE49-F238E27FC236}">
                <a16:creationId xmlns:a16="http://schemas.microsoft.com/office/drawing/2014/main" id="{4F71F99D-B931-836C-F2C6-6444B829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6556" name="Text Box 12">
            <a:extLst>
              <a:ext uri="{FF2B5EF4-FFF2-40B4-BE49-F238E27FC236}">
                <a16:creationId xmlns:a16="http://schemas.microsoft.com/office/drawing/2014/main" id="{B02091C3-05CD-8C27-7F58-12A422C9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6557" name="Text Box 13">
            <a:extLst>
              <a:ext uri="{FF2B5EF4-FFF2-40B4-BE49-F238E27FC236}">
                <a16:creationId xmlns:a16="http://schemas.microsoft.com/office/drawing/2014/main" id="{62DB0EAC-A3AE-BF4D-7619-9250525B0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6558" name="Text Box 14">
            <a:extLst>
              <a:ext uri="{FF2B5EF4-FFF2-40B4-BE49-F238E27FC236}">
                <a16:creationId xmlns:a16="http://schemas.microsoft.com/office/drawing/2014/main" id="{84CC6CCB-A77B-ABC1-A933-AD68427BF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6559" name="Text Box 15">
            <a:extLst>
              <a:ext uri="{FF2B5EF4-FFF2-40B4-BE49-F238E27FC236}">
                <a16:creationId xmlns:a16="http://schemas.microsoft.com/office/drawing/2014/main" id="{E7BB937C-EAE1-FED1-3543-463AD5FA6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36560" name="Text Box 16">
            <a:extLst>
              <a:ext uri="{FF2B5EF4-FFF2-40B4-BE49-F238E27FC236}">
                <a16:creationId xmlns:a16="http://schemas.microsoft.com/office/drawing/2014/main" id="{B1DE6791-7779-0553-0724-9C42A8953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6561" name="Text Box 17">
            <a:extLst>
              <a:ext uri="{FF2B5EF4-FFF2-40B4-BE49-F238E27FC236}">
                <a16:creationId xmlns:a16="http://schemas.microsoft.com/office/drawing/2014/main" id="{567D00FB-BFA4-2EDF-6EFD-859747CD0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6562" name="Group 18">
            <a:extLst>
              <a:ext uri="{FF2B5EF4-FFF2-40B4-BE49-F238E27FC236}">
                <a16:creationId xmlns:a16="http://schemas.microsoft.com/office/drawing/2014/main" id="{05E91DA3-6CB5-330D-210B-6AF0BC6CD43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9463" y="4138613"/>
            <a:ext cx="590550" cy="446087"/>
            <a:chOff x="1760" y="2424"/>
            <a:chExt cx="372" cy="502"/>
          </a:xfrm>
        </p:grpSpPr>
        <p:sp>
          <p:nvSpPr>
            <p:cNvPr id="236563" name="Line 19">
              <a:extLst>
                <a:ext uri="{FF2B5EF4-FFF2-40B4-BE49-F238E27FC236}">
                  <a16:creationId xmlns:a16="http://schemas.microsoft.com/office/drawing/2014/main" id="{1B87D008-1D04-575F-8485-485088A7A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4" name="Line 20">
              <a:extLst>
                <a:ext uri="{FF2B5EF4-FFF2-40B4-BE49-F238E27FC236}">
                  <a16:creationId xmlns:a16="http://schemas.microsoft.com/office/drawing/2014/main" id="{4EB8BEE6-A54D-F254-C6DE-E06293E71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565" name="Line 21">
              <a:extLst>
                <a:ext uri="{FF2B5EF4-FFF2-40B4-BE49-F238E27FC236}">
                  <a16:creationId xmlns:a16="http://schemas.microsoft.com/office/drawing/2014/main" id="{A4A12283-AB08-66C2-EBD6-9544919F5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6567" name="Text Box 23">
            <a:extLst>
              <a:ext uri="{FF2B5EF4-FFF2-40B4-BE49-F238E27FC236}">
                <a16:creationId xmlns:a16="http://schemas.microsoft.com/office/drawing/2014/main" id="{ABC8C905-910C-DB23-64D5-6C1163349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6568" name="Text Box 24">
            <a:extLst>
              <a:ext uri="{FF2B5EF4-FFF2-40B4-BE49-F238E27FC236}">
                <a16:creationId xmlns:a16="http://schemas.microsoft.com/office/drawing/2014/main" id="{E85B29DD-8341-20CC-928E-217BCCC57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8BE2D677-D5C3-5786-D272-8E346FAE7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7571" name="Text Box 3">
            <a:extLst>
              <a:ext uri="{FF2B5EF4-FFF2-40B4-BE49-F238E27FC236}">
                <a16:creationId xmlns:a16="http://schemas.microsoft.com/office/drawing/2014/main" id="{9CD1F8D5-24BA-8F87-D35B-9C98EC0D3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7572" name="Text Box 4">
            <a:extLst>
              <a:ext uri="{FF2B5EF4-FFF2-40B4-BE49-F238E27FC236}">
                <a16:creationId xmlns:a16="http://schemas.microsoft.com/office/drawing/2014/main" id="{30BC64E7-77B2-E09A-B053-B3C4BB56C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7573" name="Text Box 5">
            <a:extLst>
              <a:ext uri="{FF2B5EF4-FFF2-40B4-BE49-F238E27FC236}">
                <a16:creationId xmlns:a16="http://schemas.microsoft.com/office/drawing/2014/main" id="{CFF38542-7E03-DADB-37A0-4C95A1258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7574" name="Text Box 6">
            <a:extLst>
              <a:ext uri="{FF2B5EF4-FFF2-40B4-BE49-F238E27FC236}">
                <a16:creationId xmlns:a16="http://schemas.microsoft.com/office/drawing/2014/main" id="{C3CC0349-9C69-0E1E-A50D-153F077BA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7575" name="Text Box 7">
            <a:extLst>
              <a:ext uri="{FF2B5EF4-FFF2-40B4-BE49-F238E27FC236}">
                <a16:creationId xmlns:a16="http://schemas.microsoft.com/office/drawing/2014/main" id="{054E7DCD-0037-D25D-B3E9-AE9B5BF7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7576" name="Text Box 8">
            <a:extLst>
              <a:ext uri="{FF2B5EF4-FFF2-40B4-BE49-F238E27FC236}">
                <a16:creationId xmlns:a16="http://schemas.microsoft.com/office/drawing/2014/main" id="{B8EF7003-F4C3-0A87-7BAE-FCCAC8466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7577" name="Text Box 9">
            <a:extLst>
              <a:ext uri="{FF2B5EF4-FFF2-40B4-BE49-F238E27FC236}">
                <a16:creationId xmlns:a16="http://schemas.microsoft.com/office/drawing/2014/main" id="{485FBFB0-3B7F-13F8-384D-B8B3C35F4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7578" name="Text Box 10">
            <a:extLst>
              <a:ext uri="{FF2B5EF4-FFF2-40B4-BE49-F238E27FC236}">
                <a16:creationId xmlns:a16="http://schemas.microsoft.com/office/drawing/2014/main" id="{7CFD3D52-2BD8-F9D4-7DDE-3C92DE36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7579" name="Text Box 11">
            <a:extLst>
              <a:ext uri="{FF2B5EF4-FFF2-40B4-BE49-F238E27FC236}">
                <a16:creationId xmlns:a16="http://schemas.microsoft.com/office/drawing/2014/main" id="{F43D1200-E4B5-13A6-E3EF-C183D7129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7580" name="Text Box 12">
            <a:extLst>
              <a:ext uri="{FF2B5EF4-FFF2-40B4-BE49-F238E27FC236}">
                <a16:creationId xmlns:a16="http://schemas.microsoft.com/office/drawing/2014/main" id="{52387555-0736-F27C-69F5-337629301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7581" name="Text Box 13">
            <a:extLst>
              <a:ext uri="{FF2B5EF4-FFF2-40B4-BE49-F238E27FC236}">
                <a16:creationId xmlns:a16="http://schemas.microsoft.com/office/drawing/2014/main" id="{4A2D60D3-7171-8C19-29BC-9CEAEA83A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7582" name="Text Box 14">
            <a:extLst>
              <a:ext uri="{FF2B5EF4-FFF2-40B4-BE49-F238E27FC236}">
                <a16:creationId xmlns:a16="http://schemas.microsoft.com/office/drawing/2014/main" id="{8B984CB4-0BCF-8971-4762-E322DC8D3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7583" name="Text Box 15">
            <a:extLst>
              <a:ext uri="{FF2B5EF4-FFF2-40B4-BE49-F238E27FC236}">
                <a16:creationId xmlns:a16="http://schemas.microsoft.com/office/drawing/2014/main" id="{9D234A45-3669-C2E0-C0CB-465143A35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37584" name="Text Box 16">
            <a:extLst>
              <a:ext uri="{FF2B5EF4-FFF2-40B4-BE49-F238E27FC236}">
                <a16:creationId xmlns:a16="http://schemas.microsoft.com/office/drawing/2014/main" id="{B87DDDA3-0F6B-6113-2CF7-F382C761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7585" name="Text Box 17">
            <a:extLst>
              <a:ext uri="{FF2B5EF4-FFF2-40B4-BE49-F238E27FC236}">
                <a16:creationId xmlns:a16="http://schemas.microsoft.com/office/drawing/2014/main" id="{9C9ABAC6-4D7E-B080-2BAE-87FF68357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7586" name="Group 18">
            <a:extLst>
              <a:ext uri="{FF2B5EF4-FFF2-40B4-BE49-F238E27FC236}">
                <a16:creationId xmlns:a16="http://schemas.microsoft.com/office/drawing/2014/main" id="{276A014D-8DAD-2EA2-58F1-C2F577A98E7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9463" y="4138613"/>
            <a:ext cx="590550" cy="446087"/>
            <a:chOff x="1760" y="2424"/>
            <a:chExt cx="372" cy="502"/>
          </a:xfrm>
        </p:grpSpPr>
        <p:sp>
          <p:nvSpPr>
            <p:cNvPr id="237587" name="Line 19">
              <a:extLst>
                <a:ext uri="{FF2B5EF4-FFF2-40B4-BE49-F238E27FC236}">
                  <a16:creationId xmlns:a16="http://schemas.microsoft.com/office/drawing/2014/main" id="{C0300330-BE47-98FA-E891-5093AF707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88" name="Line 20">
              <a:extLst>
                <a:ext uri="{FF2B5EF4-FFF2-40B4-BE49-F238E27FC236}">
                  <a16:creationId xmlns:a16="http://schemas.microsoft.com/office/drawing/2014/main" id="{08487B73-85A8-C176-4724-C0C48C70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89" name="Line 21">
              <a:extLst>
                <a:ext uri="{FF2B5EF4-FFF2-40B4-BE49-F238E27FC236}">
                  <a16:creationId xmlns:a16="http://schemas.microsoft.com/office/drawing/2014/main" id="{7727833E-EACB-9847-4AA5-78879240D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7590" name="Text Box 22">
            <a:extLst>
              <a:ext uri="{FF2B5EF4-FFF2-40B4-BE49-F238E27FC236}">
                <a16:creationId xmlns:a16="http://schemas.microsoft.com/office/drawing/2014/main" id="{BAB044C7-7F44-7FEE-E047-D75FCAB34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37591" name="Text Box 23">
            <a:extLst>
              <a:ext uri="{FF2B5EF4-FFF2-40B4-BE49-F238E27FC236}">
                <a16:creationId xmlns:a16="http://schemas.microsoft.com/office/drawing/2014/main" id="{1C6DD59A-39B5-C376-23AF-B67A225DC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7592" name="Text Box 24">
            <a:extLst>
              <a:ext uri="{FF2B5EF4-FFF2-40B4-BE49-F238E27FC236}">
                <a16:creationId xmlns:a16="http://schemas.microsoft.com/office/drawing/2014/main" id="{CA36584F-EBED-A1EC-ED9F-D050FF37D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4FDD9887-1565-1C00-F06E-CF665F55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8595" name="Text Box 3">
            <a:extLst>
              <a:ext uri="{FF2B5EF4-FFF2-40B4-BE49-F238E27FC236}">
                <a16:creationId xmlns:a16="http://schemas.microsoft.com/office/drawing/2014/main" id="{7A7B001B-BB10-5AAA-F3E3-CF04B41F5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8596" name="Text Box 4">
            <a:extLst>
              <a:ext uri="{FF2B5EF4-FFF2-40B4-BE49-F238E27FC236}">
                <a16:creationId xmlns:a16="http://schemas.microsoft.com/office/drawing/2014/main" id="{7DEBECFB-AD7F-D831-9CAD-CDCC84EA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8597" name="Text Box 5">
            <a:extLst>
              <a:ext uri="{FF2B5EF4-FFF2-40B4-BE49-F238E27FC236}">
                <a16:creationId xmlns:a16="http://schemas.microsoft.com/office/drawing/2014/main" id="{016FA11E-B5C0-B268-2D04-41B0FC2DA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8598" name="Text Box 6">
            <a:extLst>
              <a:ext uri="{FF2B5EF4-FFF2-40B4-BE49-F238E27FC236}">
                <a16:creationId xmlns:a16="http://schemas.microsoft.com/office/drawing/2014/main" id="{81039D79-A72A-FD73-3770-6DC5F8D56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8599" name="Text Box 7">
            <a:extLst>
              <a:ext uri="{FF2B5EF4-FFF2-40B4-BE49-F238E27FC236}">
                <a16:creationId xmlns:a16="http://schemas.microsoft.com/office/drawing/2014/main" id="{FC85FFDA-9966-51D9-4951-D7E4469AB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8600" name="Text Box 8">
            <a:extLst>
              <a:ext uri="{FF2B5EF4-FFF2-40B4-BE49-F238E27FC236}">
                <a16:creationId xmlns:a16="http://schemas.microsoft.com/office/drawing/2014/main" id="{5DC16253-90C9-CB0F-3806-5D3F4419F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8601" name="Text Box 9">
            <a:extLst>
              <a:ext uri="{FF2B5EF4-FFF2-40B4-BE49-F238E27FC236}">
                <a16:creationId xmlns:a16="http://schemas.microsoft.com/office/drawing/2014/main" id="{66BF05DC-2D28-7B9B-45D6-5227FFFF7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8602" name="Text Box 10">
            <a:extLst>
              <a:ext uri="{FF2B5EF4-FFF2-40B4-BE49-F238E27FC236}">
                <a16:creationId xmlns:a16="http://schemas.microsoft.com/office/drawing/2014/main" id="{0ABCF768-A738-AA02-DC16-1F143EB36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8603" name="Text Box 11">
            <a:extLst>
              <a:ext uri="{FF2B5EF4-FFF2-40B4-BE49-F238E27FC236}">
                <a16:creationId xmlns:a16="http://schemas.microsoft.com/office/drawing/2014/main" id="{A18C8B17-20A3-6BDC-4FED-2BC9B07E5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8604" name="Text Box 12">
            <a:extLst>
              <a:ext uri="{FF2B5EF4-FFF2-40B4-BE49-F238E27FC236}">
                <a16:creationId xmlns:a16="http://schemas.microsoft.com/office/drawing/2014/main" id="{54085BA8-D857-EC5B-9D0B-8B9C411F3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8605" name="Text Box 13">
            <a:extLst>
              <a:ext uri="{FF2B5EF4-FFF2-40B4-BE49-F238E27FC236}">
                <a16:creationId xmlns:a16="http://schemas.microsoft.com/office/drawing/2014/main" id="{9A8AC7EE-93A9-177C-5B8D-98B4D5DDD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8606" name="Text Box 14">
            <a:extLst>
              <a:ext uri="{FF2B5EF4-FFF2-40B4-BE49-F238E27FC236}">
                <a16:creationId xmlns:a16="http://schemas.microsoft.com/office/drawing/2014/main" id="{D0AC4BAB-3D25-A587-AE4F-496484DF8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8607" name="Text Box 15">
            <a:extLst>
              <a:ext uri="{FF2B5EF4-FFF2-40B4-BE49-F238E27FC236}">
                <a16:creationId xmlns:a16="http://schemas.microsoft.com/office/drawing/2014/main" id="{86F70A8D-E834-DABE-63B3-E65FCCBBA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38608" name="Text Box 16">
            <a:extLst>
              <a:ext uri="{FF2B5EF4-FFF2-40B4-BE49-F238E27FC236}">
                <a16:creationId xmlns:a16="http://schemas.microsoft.com/office/drawing/2014/main" id="{E95A9188-E24F-3B35-B757-CC3CB27D4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8609" name="Text Box 17">
            <a:extLst>
              <a:ext uri="{FF2B5EF4-FFF2-40B4-BE49-F238E27FC236}">
                <a16:creationId xmlns:a16="http://schemas.microsoft.com/office/drawing/2014/main" id="{DAB2A4CF-7D66-C87E-B66A-9E36E2A94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8610" name="Group 18">
            <a:extLst>
              <a:ext uri="{FF2B5EF4-FFF2-40B4-BE49-F238E27FC236}">
                <a16:creationId xmlns:a16="http://schemas.microsoft.com/office/drawing/2014/main" id="{D9A14772-4CC6-F571-322D-5EFFE46DE11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9463" y="4138613"/>
            <a:ext cx="590550" cy="446087"/>
            <a:chOff x="1760" y="2424"/>
            <a:chExt cx="372" cy="502"/>
          </a:xfrm>
        </p:grpSpPr>
        <p:sp>
          <p:nvSpPr>
            <p:cNvPr id="238611" name="Line 19">
              <a:extLst>
                <a:ext uri="{FF2B5EF4-FFF2-40B4-BE49-F238E27FC236}">
                  <a16:creationId xmlns:a16="http://schemas.microsoft.com/office/drawing/2014/main" id="{5EFD2A3F-E292-5A0D-355B-7EE1C0313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612" name="Line 20">
              <a:extLst>
                <a:ext uri="{FF2B5EF4-FFF2-40B4-BE49-F238E27FC236}">
                  <a16:creationId xmlns:a16="http://schemas.microsoft.com/office/drawing/2014/main" id="{8A3367A6-616F-D7DD-B252-0560CE746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613" name="Line 21">
              <a:extLst>
                <a:ext uri="{FF2B5EF4-FFF2-40B4-BE49-F238E27FC236}">
                  <a16:creationId xmlns:a16="http://schemas.microsoft.com/office/drawing/2014/main" id="{3DA0F049-C520-3FBE-F0CC-0DD8D96A9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8614" name="Text Box 22">
            <a:extLst>
              <a:ext uri="{FF2B5EF4-FFF2-40B4-BE49-F238E27FC236}">
                <a16:creationId xmlns:a16="http://schemas.microsoft.com/office/drawing/2014/main" id="{19DDBE55-7557-5FE6-6C9B-982D90821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38615" name="Text Box 23">
            <a:extLst>
              <a:ext uri="{FF2B5EF4-FFF2-40B4-BE49-F238E27FC236}">
                <a16:creationId xmlns:a16="http://schemas.microsoft.com/office/drawing/2014/main" id="{23D4B06B-16A6-A239-ECCF-BA35FCAA5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8616" name="Text Box 24">
            <a:extLst>
              <a:ext uri="{FF2B5EF4-FFF2-40B4-BE49-F238E27FC236}">
                <a16:creationId xmlns:a16="http://schemas.microsoft.com/office/drawing/2014/main" id="{D1F9B970-2580-6791-D3CC-6511CED89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F6A0F628-2C1C-F566-1A39-8A5D58ED48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39619" name="Text Box 3">
            <a:extLst>
              <a:ext uri="{FF2B5EF4-FFF2-40B4-BE49-F238E27FC236}">
                <a16:creationId xmlns:a16="http://schemas.microsoft.com/office/drawing/2014/main" id="{778EF999-1907-7E7E-D426-E6AC25DD4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39620" name="Text Box 4">
            <a:extLst>
              <a:ext uri="{FF2B5EF4-FFF2-40B4-BE49-F238E27FC236}">
                <a16:creationId xmlns:a16="http://schemas.microsoft.com/office/drawing/2014/main" id="{C2194CBD-0A48-3F05-E27C-837B0A60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39621" name="Text Box 5">
            <a:extLst>
              <a:ext uri="{FF2B5EF4-FFF2-40B4-BE49-F238E27FC236}">
                <a16:creationId xmlns:a16="http://schemas.microsoft.com/office/drawing/2014/main" id="{39E80B34-B45D-9821-40D9-CE2B96C88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39622" name="Text Box 6">
            <a:extLst>
              <a:ext uri="{FF2B5EF4-FFF2-40B4-BE49-F238E27FC236}">
                <a16:creationId xmlns:a16="http://schemas.microsoft.com/office/drawing/2014/main" id="{109F0A74-880D-229B-2885-D91198874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39623" name="Text Box 7">
            <a:extLst>
              <a:ext uri="{FF2B5EF4-FFF2-40B4-BE49-F238E27FC236}">
                <a16:creationId xmlns:a16="http://schemas.microsoft.com/office/drawing/2014/main" id="{E7B3FB0F-ACB9-E451-78C5-7EA8479FA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39624" name="Text Box 8">
            <a:extLst>
              <a:ext uri="{FF2B5EF4-FFF2-40B4-BE49-F238E27FC236}">
                <a16:creationId xmlns:a16="http://schemas.microsoft.com/office/drawing/2014/main" id="{C09B28F4-489B-B326-F3EE-6F43CAFFD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39625" name="Text Box 9">
            <a:extLst>
              <a:ext uri="{FF2B5EF4-FFF2-40B4-BE49-F238E27FC236}">
                <a16:creationId xmlns:a16="http://schemas.microsoft.com/office/drawing/2014/main" id="{F451F1C9-6523-2A2B-B76D-0311E2879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39626" name="Text Box 10">
            <a:extLst>
              <a:ext uri="{FF2B5EF4-FFF2-40B4-BE49-F238E27FC236}">
                <a16:creationId xmlns:a16="http://schemas.microsoft.com/office/drawing/2014/main" id="{73DE97A4-C125-4CA5-2D77-6E5EB6510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39627" name="Text Box 11">
            <a:extLst>
              <a:ext uri="{FF2B5EF4-FFF2-40B4-BE49-F238E27FC236}">
                <a16:creationId xmlns:a16="http://schemas.microsoft.com/office/drawing/2014/main" id="{1D6C82C7-C688-A448-4558-22D32D65B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39628" name="Text Box 12">
            <a:extLst>
              <a:ext uri="{FF2B5EF4-FFF2-40B4-BE49-F238E27FC236}">
                <a16:creationId xmlns:a16="http://schemas.microsoft.com/office/drawing/2014/main" id="{4DDBD032-2937-D19D-24CA-5847C8391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39629" name="Text Box 13">
            <a:extLst>
              <a:ext uri="{FF2B5EF4-FFF2-40B4-BE49-F238E27FC236}">
                <a16:creationId xmlns:a16="http://schemas.microsoft.com/office/drawing/2014/main" id="{7600654D-4251-8601-B891-5316CADAC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39630" name="Text Box 14">
            <a:extLst>
              <a:ext uri="{FF2B5EF4-FFF2-40B4-BE49-F238E27FC236}">
                <a16:creationId xmlns:a16="http://schemas.microsoft.com/office/drawing/2014/main" id="{8C55DF09-190E-0AF1-625C-B32B66B6D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39631" name="Text Box 15">
            <a:extLst>
              <a:ext uri="{FF2B5EF4-FFF2-40B4-BE49-F238E27FC236}">
                <a16:creationId xmlns:a16="http://schemas.microsoft.com/office/drawing/2014/main" id="{58C1D07B-A71C-B763-88CE-3BB2165AC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39632" name="Text Box 16">
            <a:extLst>
              <a:ext uri="{FF2B5EF4-FFF2-40B4-BE49-F238E27FC236}">
                <a16:creationId xmlns:a16="http://schemas.microsoft.com/office/drawing/2014/main" id="{96A051EB-C102-0AC2-4820-004BC573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39633" name="Text Box 17">
            <a:extLst>
              <a:ext uri="{FF2B5EF4-FFF2-40B4-BE49-F238E27FC236}">
                <a16:creationId xmlns:a16="http://schemas.microsoft.com/office/drawing/2014/main" id="{082A205F-2765-2D48-2A31-7F1E4F58E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39634" name="Group 18">
            <a:extLst>
              <a:ext uri="{FF2B5EF4-FFF2-40B4-BE49-F238E27FC236}">
                <a16:creationId xmlns:a16="http://schemas.microsoft.com/office/drawing/2014/main" id="{5A4D305F-A192-A924-0D33-8D2DB7C9E6C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5250" y="4138613"/>
            <a:ext cx="590550" cy="446087"/>
            <a:chOff x="1760" y="2424"/>
            <a:chExt cx="372" cy="502"/>
          </a:xfrm>
        </p:grpSpPr>
        <p:sp>
          <p:nvSpPr>
            <p:cNvPr id="239635" name="Line 19">
              <a:extLst>
                <a:ext uri="{FF2B5EF4-FFF2-40B4-BE49-F238E27FC236}">
                  <a16:creationId xmlns:a16="http://schemas.microsoft.com/office/drawing/2014/main" id="{72C76705-3704-5955-4CB7-A4FA96977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6" name="Line 20">
              <a:extLst>
                <a:ext uri="{FF2B5EF4-FFF2-40B4-BE49-F238E27FC236}">
                  <a16:creationId xmlns:a16="http://schemas.microsoft.com/office/drawing/2014/main" id="{2A5C4F14-406E-E695-393F-92BCA46A5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7" name="Line 21">
              <a:extLst>
                <a:ext uri="{FF2B5EF4-FFF2-40B4-BE49-F238E27FC236}">
                  <a16:creationId xmlns:a16="http://schemas.microsoft.com/office/drawing/2014/main" id="{2C4613E6-A3E5-2105-49DB-6A086CAF0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9639" name="Text Box 23">
            <a:extLst>
              <a:ext uri="{FF2B5EF4-FFF2-40B4-BE49-F238E27FC236}">
                <a16:creationId xmlns:a16="http://schemas.microsoft.com/office/drawing/2014/main" id="{35FB46BA-5564-0D00-1C1C-F02B8F24A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39640" name="Text Box 24">
            <a:extLst>
              <a:ext uri="{FF2B5EF4-FFF2-40B4-BE49-F238E27FC236}">
                <a16:creationId xmlns:a16="http://schemas.microsoft.com/office/drawing/2014/main" id="{EFEE6CBC-760D-0D0B-40DB-FB0EE23D1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D6821130-45BE-EB63-5E89-F3D1C7D35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0643" name="Text Box 3">
            <a:extLst>
              <a:ext uri="{FF2B5EF4-FFF2-40B4-BE49-F238E27FC236}">
                <a16:creationId xmlns:a16="http://schemas.microsoft.com/office/drawing/2014/main" id="{8D7855B2-C26C-7ED0-25CD-B2A8999FB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0644" name="Text Box 4">
            <a:extLst>
              <a:ext uri="{FF2B5EF4-FFF2-40B4-BE49-F238E27FC236}">
                <a16:creationId xmlns:a16="http://schemas.microsoft.com/office/drawing/2014/main" id="{F4E29104-B056-FBE1-6621-4500BEDDC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0645" name="Text Box 5">
            <a:extLst>
              <a:ext uri="{FF2B5EF4-FFF2-40B4-BE49-F238E27FC236}">
                <a16:creationId xmlns:a16="http://schemas.microsoft.com/office/drawing/2014/main" id="{5803B3D4-D01E-C509-BD20-7874D996E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0646" name="Text Box 6">
            <a:extLst>
              <a:ext uri="{FF2B5EF4-FFF2-40B4-BE49-F238E27FC236}">
                <a16:creationId xmlns:a16="http://schemas.microsoft.com/office/drawing/2014/main" id="{80B073FF-E4E8-60FA-F5E5-7EBC97B91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0647" name="Text Box 7">
            <a:extLst>
              <a:ext uri="{FF2B5EF4-FFF2-40B4-BE49-F238E27FC236}">
                <a16:creationId xmlns:a16="http://schemas.microsoft.com/office/drawing/2014/main" id="{B18A7A4A-E8E1-9574-998E-AA25BDC82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0648" name="Text Box 8">
            <a:extLst>
              <a:ext uri="{FF2B5EF4-FFF2-40B4-BE49-F238E27FC236}">
                <a16:creationId xmlns:a16="http://schemas.microsoft.com/office/drawing/2014/main" id="{C94897A0-1140-DD52-9432-71B0062FC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0649" name="Text Box 9">
            <a:extLst>
              <a:ext uri="{FF2B5EF4-FFF2-40B4-BE49-F238E27FC236}">
                <a16:creationId xmlns:a16="http://schemas.microsoft.com/office/drawing/2014/main" id="{43D72173-0B8B-6EC9-7C23-0AF8094FC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0650" name="Text Box 10">
            <a:extLst>
              <a:ext uri="{FF2B5EF4-FFF2-40B4-BE49-F238E27FC236}">
                <a16:creationId xmlns:a16="http://schemas.microsoft.com/office/drawing/2014/main" id="{E5478EDD-B08D-FA17-413D-32D7B350B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0651" name="Text Box 11">
            <a:extLst>
              <a:ext uri="{FF2B5EF4-FFF2-40B4-BE49-F238E27FC236}">
                <a16:creationId xmlns:a16="http://schemas.microsoft.com/office/drawing/2014/main" id="{684265E1-939C-F3E9-1529-3FDF70B90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0652" name="Text Box 12">
            <a:extLst>
              <a:ext uri="{FF2B5EF4-FFF2-40B4-BE49-F238E27FC236}">
                <a16:creationId xmlns:a16="http://schemas.microsoft.com/office/drawing/2014/main" id="{DD7FE4D5-CEF7-6D62-FD7C-469759E0F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0653" name="Text Box 13">
            <a:extLst>
              <a:ext uri="{FF2B5EF4-FFF2-40B4-BE49-F238E27FC236}">
                <a16:creationId xmlns:a16="http://schemas.microsoft.com/office/drawing/2014/main" id="{0055C7A1-D4DB-3ED5-92D1-D46B06B76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0654" name="Text Box 14">
            <a:extLst>
              <a:ext uri="{FF2B5EF4-FFF2-40B4-BE49-F238E27FC236}">
                <a16:creationId xmlns:a16="http://schemas.microsoft.com/office/drawing/2014/main" id="{1B097459-D428-F360-2947-5E7A6A76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0655" name="Text Box 15">
            <a:extLst>
              <a:ext uri="{FF2B5EF4-FFF2-40B4-BE49-F238E27FC236}">
                <a16:creationId xmlns:a16="http://schemas.microsoft.com/office/drawing/2014/main" id="{A4772B04-440B-1C5F-E8AE-6AF808E25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40656" name="Text Box 16">
            <a:extLst>
              <a:ext uri="{FF2B5EF4-FFF2-40B4-BE49-F238E27FC236}">
                <a16:creationId xmlns:a16="http://schemas.microsoft.com/office/drawing/2014/main" id="{8B07746E-E085-BE09-DA96-AEC52B7E1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0657" name="Text Box 17">
            <a:extLst>
              <a:ext uri="{FF2B5EF4-FFF2-40B4-BE49-F238E27FC236}">
                <a16:creationId xmlns:a16="http://schemas.microsoft.com/office/drawing/2014/main" id="{084DFE56-FC62-54C7-E57A-D06D7009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0658" name="Group 18">
            <a:extLst>
              <a:ext uri="{FF2B5EF4-FFF2-40B4-BE49-F238E27FC236}">
                <a16:creationId xmlns:a16="http://schemas.microsoft.com/office/drawing/2014/main" id="{42F7964D-EB70-5F58-8541-74AF8FB322E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5250" y="4138613"/>
            <a:ext cx="590550" cy="446087"/>
            <a:chOff x="1760" y="2424"/>
            <a:chExt cx="372" cy="502"/>
          </a:xfrm>
        </p:grpSpPr>
        <p:sp>
          <p:nvSpPr>
            <p:cNvPr id="240659" name="Line 19">
              <a:extLst>
                <a:ext uri="{FF2B5EF4-FFF2-40B4-BE49-F238E27FC236}">
                  <a16:creationId xmlns:a16="http://schemas.microsoft.com/office/drawing/2014/main" id="{BC9D05B3-3852-B16C-63BA-7A169C56C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660" name="Line 20">
              <a:extLst>
                <a:ext uri="{FF2B5EF4-FFF2-40B4-BE49-F238E27FC236}">
                  <a16:creationId xmlns:a16="http://schemas.microsoft.com/office/drawing/2014/main" id="{E941423D-265B-86D8-1BE0-182052D9C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661" name="Line 21">
              <a:extLst>
                <a:ext uri="{FF2B5EF4-FFF2-40B4-BE49-F238E27FC236}">
                  <a16:creationId xmlns:a16="http://schemas.microsoft.com/office/drawing/2014/main" id="{71E86B86-08FF-F99C-D07B-2B6C54410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0662" name="Text Box 22">
            <a:extLst>
              <a:ext uri="{FF2B5EF4-FFF2-40B4-BE49-F238E27FC236}">
                <a16:creationId xmlns:a16="http://schemas.microsoft.com/office/drawing/2014/main" id="{FF7BE2C9-0460-8A0A-708A-B7164D2A8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0663" name="Text Box 23">
            <a:extLst>
              <a:ext uri="{FF2B5EF4-FFF2-40B4-BE49-F238E27FC236}">
                <a16:creationId xmlns:a16="http://schemas.microsoft.com/office/drawing/2014/main" id="{B714C2A8-A708-4D0E-2737-6F9AAC13E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0664" name="Text Box 24">
            <a:extLst>
              <a:ext uri="{FF2B5EF4-FFF2-40B4-BE49-F238E27FC236}">
                <a16:creationId xmlns:a16="http://schemas.microsoft.com/office/drawing/2014/main" id="{E9BED1A8-5DBE-DF05-D3C1-4AFF39D27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790894AE-7956-CA0E-AE25-B83F3AE2B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1667" name="Text Box 3">
            <a:extLst>
              <a:ext uri="{FF2B5EF4-FFF2-40B4-BE49-F238E27FC236}">
                <a16:creationId xmlns:a16="http://schemas.microsoft.com/office/drawing/2014/main" id="{9ED4476C-5142-15BD-C5A8-2720D7E2F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1668" name="Text Box 4">
            <a:extLst>
              <a:ext uri="{FF2B5EF4-FFF2-40B4-BE49-F238E27FC236}">
                <a16:creationId xmlns:a16="http://schemas.microsoft.com/office/drawing/2014/main" id="{805CF53F-CAE5-5700-332D-C199278A6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1669" name="Text Box 5">
            <a:extLst>
              <a:ext uri="{FF2B5EF4-FFF2-40B4-BE49-F238E27FC236}">
                <a16:creationId xmlns:a16="http://schemas.microsoft.com/office/drawing/2014/main" id="{C0F32724-4B81-023F-7DFA-75552B075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1670" name="Text Box 6">
            <a:extLst>
              <a:ext uri="{FF2B5EF4-FFF2-40B4-BE49-F238E27FC236}">
                <a16:creationId xmlns:a16="http://schemas.microsoft.com/office/drawing/2014/main" id="{63ADA84A-F39B-0AB8-50B2-559A83C8A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1671" name="Text Box 7">
            <a:extLst>
              <a:ext uri="{FF2B5EF4-FFF2-40B4-BE49-F238E27FC236}">
                <a16:creationId xmlns:a16="http://schemas.microsoft.com/office/drawing/2014/main" id="{8C1EAE37-CB6C-A526-93D3-021694C0A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1672" name="Text Box 8">
            <a:extLst>
              <a:ext uri="{FF2B5EF4-FFF2-40B4-BE49-F238E27FC236}">
                <a16:creationId xmlns:a16="http://schemas.microsoft.com/office/drawing/2014/main" id="{04EE20EA-2317-6418-FA21-B73FE2C46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1673" name="Text Box 9">
            <a:extLst>
              <a:ext uri="{FF2B5EF4-FFF2-40B4-BE49-F238E27FC236}">
                <a16:creationId xmlns:a16="http://schemas.microsoft.com/office/drawing/2014/main" id="{8DB6B1DA-46E8-A11A-C0A5-E37F8C35F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1674" name="Text Box 10">
            <a:extLst>
              <a:ext uri="{FF2B5EF4-FFF2-40B4-BE49-F238E27FC236}">
                <a16:creationId xmlns:a16="http://schemas.microsoft.com/office/drawing/2014/main" id="{45799C5E-7C0B-93DE-CC47-2676ACF1A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1675" name="Text Box 11">
            <a:extLst>
              <a:ext uri="{FF2B5EF4-FFF2-40B4-BE49-F238E27FC236}">
                <a16:creationId xmlns:a16="http://schemas.microsoft.com/office/drawing/2014/main" id="{91994AC8-5EF7-972D-0CBA-DA22108D5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1676" name="Text Box 12">
            <a:extLst>
              <a:ext uri="{FF2B5EF4-FFF2-40B4-BE49-F238E27FC236}">
                <a16:creationId xmlns:a16="http://schemas.microsoft.com/office/drawing/2014/main" id="{13E952B3-1E2B-F406-19CA-FF38B9223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1677" name="Text Box 13">
            <a:extLst>
              <a:ext uri="{FF2B5EF4-FFF2-40B4-BE49-F238E27FC236}">
                <a16:creationId xmlns:a16="http://schemas.microsoft.com/office/drawing/2014/main" id="{0114604B-6ABE-24AB-BE7A-5E2F1FEC6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1678" name="Text Box 14">
            <a:extLst>
              <a:ext uri="{FF2B5EF4-FFF2-40B4-BE49-F238E27FC236}">
                <a16:creationId xmlns:a16="http://schemas.microsoft.com/office/drawing/2014/main" id="{FCE70CE6-C4B7-A316-B389-75B126551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1679" name="Text Box 15">
            <a:extLst>
              <a:ext uri="{FF2B5EF4-FFF2-40B4-BE49-F238E27FC236}">
                <a16:creationId xmlns:a16="http://schemas.microsoft.com/office/drawing/2014/main" id="{4D0F5761-9AA2-FC38-9C3E-E96125C9D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41680" name="Text Box 16">
            <a:extLst>
              <a:ext uri="{FF2B5EF4-FFF2-40B4-BE49-F238E27FC236}">
                <a16:creationId xmlns:a16="http://schemas.microsoft.com/office/drawing/2014/main" id="{9A53CEA2-09E3-8B44-0A82-3CCD564FD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1681" name="Text Box 17">
            <a:extLst>
              <a:ext uri="{FF2B5EF4-FFF2-40B4-BE49-F238E27FC236}">
                <a16:creationId xmlns:a16="http://schemas.microsoft.com/office/drawing/2014/main" id="{9568736C-7A7E-C079-493D-DE1829380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1682" name="Group 18">
            <a:extLst>
              <a:ext uri="{FF2B5EF4-FFF2-40B4-BE49-F238E27FC236}">
                <a16:creationId xmlns:a16="http://schemas.microsoft.com/office/drawing/2014/main" id="{D563A230-0BA7-35F5-2011-3B5081548E6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5250" y="4138613"/>
            <a:ext cx="590550" cy="446087"/>
            <a:chOff x="1760" y="2424"/>
            <a:chExt cx="372" cy="502"/>
          </a:xfrm>
        </p:grpSpPr>
        <p:sp>
          <p:nvSpPr>
            <p:cNvPr id="241683" name="Line 19">
              <a:extLst>
                <a:ext uri="{FF2B5EF4-FFF2-40B4-BE49-F238E27FC236}">
                  <a16:creationId xmlns:a16="http://schemas.microsoft.com/office/drawing/2014/main" id="{EEF81885-1439-4B8D-ABF8-454012F26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684" name="Line 20">
              <a:extLst>
                <a:ext uri="{FF2B5EF4-FFF2-40B4-BE49-F238E27FC236}">
                  <a16:creationId xmlns:a16="http://schemas.microsoft.com/office/drawing/2014/main" id="{40DF4540-9BDA-F7EA-9860-A379469E7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685" name="Line 21">
              <a:extLst>
                <a:ext uri="{FF2B5EF4-FFF2-40B4-BE49-F238E27FC236}">
                  <a16:creationId xmlns:a16="http://schemas.microsoft.com/office/drawing/2014/main" id="{74B5AA3B-9C7C-19DE-A637-F0AD8E0C1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1686" name="Text Box 22">
            <a:extLst>
              <a:ext uri="{FF2B5EF4-FFF2-40B4-BE49-F238E27FC236}">
                <a16:creationId xmlns:a16="http://schemas.microsoft.com/office/drawing/2014/main" id="{4560608F-7E25-D129-9B30-1201F4736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1687" name="Text Box 23">
            <a:extLst>
              <a:ext uri="{FF2B5EF4-FFF2-40B4-BE49-F238E27FC236}">
                <a16:creationId xmlns:a16="http://schemas.microsoft.com/office/drawing/2014/main" id="{7EDA85B1-5FC8-FD72-AAFD-1E3DD35E2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1688" name="Text Box 24">
            <a:extLst>
              <a:ext uri="{FF2B5EF4-FFF2-40B4-BE49-F238E27FC236}">
                <a16:creationId xmlns:a16="http://schemas.microsoft.com/office/drawing/2014/main" id="{040470BF-04E9-C4FC-9E54-42563DFD6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3558E9DF-936D-BA52-16B6-7234AD438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2691" name="Text Box 3">
            <a:extLst>
              <a:ext uri="{FF2B5EF4-FFF2-40B4-BE49-F238E27FC236}">
                <a16:creationId xmlns:a16="http://schemas.microsoft.com/office/drawing/2014/main" id="{C296626E-ED23-71D1-BDF8-3B200A4E2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2692" name="Text Box 4">
            <a:extLst>
              <a:ext uri="{FF2B5EF4-FFF2-40B4-BE49-F238E27FC236}">
                <a16:creationId xmlns:a16="http://schemas.microsoft.com/office/drawing/2014/main" id="{2C89F7D5-9C64-BFF5-6618-366AC76BD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2693" name="Text Box 5">
            <a:extLst>
              <a:ext uri="{FF2B5EF4-FFF2-40B4-BE49-F238E27FC236}">
                <a16:creationId xmlns:a16="http://schemas.microsoft.com/office/drawing/2014/main" id="{90831D70-2E60-4EC2-9B51-7270BED8A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2694" name="Text Box 6">
            <a:extLst>
              <a:ext uri="{FF2B5EF4-FFF2-40B4-BE49-F238E27FC236}">
                <a16:creationId xmlns:a16="http://schemas.microsoft.com/office/drawing/2014/main" id="{B07E566F-35E4-0D30-3466-CC267A175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2695" name="Text Box 7">
            <a:extLst>
              <a:ext uri="{FF2B5EF4-FFF2-40B4-BE49-F238E27FC236}">
                <a16:creationId xmlns:a16="http://schemas.microsoft.com/office/drawing/2014/main" id="{D4BE64CB-7A35-D0DB-BACC-3093AD7F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2696" name="Text Box 8">
            <a:extLst>
              <a:ext uri="{FF2B5EF4-FFF2-40B4-BE49-F238E27FC236}">
                <a16:creationId xmlns:a16="http://schemas.microsoft.com/office/drawing/2014/main" id="{F3EE9B70-E82C-F301-0B44-F6E93C614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2697" name="Text Box 9">
            <a:extLst>
              <a:ext uri="{FF2B5EF4-FFF2-40B4-BE49-F238E27FC236}">
                <a16:creationId xmlns:a16="http://schemas.microsoft.com/office/drawing/2014/main" id="{FAEE1BEA-6F05-AFBF-C870-94421C7DB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2698" name="Text Box 10">
            <a:extLst>
              <a:ext uri="{FF2B5EF4-FFF2-40B4-BE49-F238E27FC236}">
                <a16:creationId xmlns:a16="http://schemas.microsoft.com/office/drawing/2014/main" id="{4F25B3D9-AE89-5EB9-7BC3-FA9816FA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2699" name="Text Box 11">
            <a:extLst>
              <a:ext uri="{FF2B5EF4-FFF2-40B4-BE49-F238E27FC236}">
                <a16:creationId xmlns:a16="http://schemas.microsoft.com/office/drawing/2014/main" id="{8AD24C42-F388-F7F8-09B8-E0DC9DE2A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2700" name="Text Box 12">
            <a:extLst>
              <a:ext uri="{FF2B5EF4-FFF2-40B4-BE49-F238E27FC236}">
                <a16:creationId xmlns:a16="http://schemas.microsoft.com/office/drawing/2014/main" id="{88FEC2E7-910B-4C2A-3013-E90346AA6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2701" name="Text Box 13">
            <a:extLst>
              <a:ext uri="{FF2B5EF4-FFF2-40B4-BE49-F238E27FC236}">
                <a16:creationId xmlns:a16="http://schemas.microsoft.com/office/drawing/2014/main" id="{3A04EC78-67C2-25C9-2CF8-00DAF6101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2702" name="Text Box 14">
            <a:extLst>
              <a:ext uri="{FF2B5EF4-FFF2-40B4-BE49-F238E27FC236}">
                <a16:creationId xmlns:a16="http://schemas.microsoft.com/office/drawing/2014/main" id="{8448D87E-40D3-FBBF-DD7D-4FF0B2C8E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2703" name="Text Box 15">
            <a:extLst>
              <a:ext uri="{FF2B5EF4-FFF2-40B4-BE49-F238E27FC236}">
                <a16:creationId xmlns:a16="http://schemas.microsoft.com/office/drawing/2014/main" id="{DA0C716A-3D3C-4FD6-C611-1EB211D5F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42704" name="Text Box 16">
            <a:extLst>
              <a:ext uri="{FF2B5EF4-FFF2-40B4-BE49-F238E27FC236}">
                <a16:creationId xmlns:a16="http://schemas.microsoft.com/office/drawing/2014/main" id="{21716DDD-900A-1206-45EA-DF6C62CFB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2705" name="Text Box 17">
            <a:extLst>
              <a:ext uri="{FF2B5EF4-FFF2-40B4-BE49-F238E27FC236}">
                <a16:creationId xmlns:a16="http://schemas.microsoft.com/office/drawing/2014/main" id="{015ECD75-4EE9-1232-FA42-667A2F3CF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2706" name="Group 18">
            <a:extLst>
              <a:ext uri="{FF2B5EF4-FFF2-40B4-BE49-F238E27FC236}">
                <a16:creationId xmlns:a16="http://schemas.microsoft.com/office/drawing/2014/main" id="{C0408EBD-0CEB-0C5C-F223-0909859802D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2625" y="4138613"/>
            <a:ext cx="590550" cy="446087"/>
            <a:chOff x="1760" y="2424"/>
            <a:chExt cx="372" cy="502"/>
          </a:xfrm>
        </p:grpSpPr>
        <p:sp>
          <p:nvSpPr>
            <p:cNvPr id="242707" name="Line 19">
              <a:extLst>
                <a:ext uri="{FF2B5EF4-FFF2-40B4-BE49-F238E27FC236}">
                  <a16:creationId xmlns:a16="http://schemas.microsoft.com/office/drawing/2014/main" id="{D8C964F0-E1FF-4A85-2C4C-D2DA55112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8" name="Line 20">
              <a:extLst>
                <a:ext uri="{FF2B5EF4-FFF2-40B4-BE49-F238E27FC236}">
                  <a16:creationId xmlns:a16="http://schemas.microsoft.com/office/drawing/2014/main" id="{54C8AF5A-53D5-152F-595C-1E6C67674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709" name="Line 21">
              <a:extLst>
                <a:ext uri="{FF2B5EF4-FFF2-40B4-BE49-F238E27FC236}">
                  <a16:creationId xmlns:a16="http://schemas.microsoft.com/office/drawing/2014/main" id="{934CE8C9-D178-9DDB-8EB2-37EA2280D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2711" name="Text Box 23">
            <a:extLst>
              <a:ext uri="{FF2B5EF4-FFF2-40B4-BE49-F238E27FC236}">
                <a16:creationId xmlns:a16="http://schemas.microsoft.com/office/drawing/2014/main" id="{D97CE020-8817-CD56-D73E-8A3099C31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2712" name="Text Box 24">
            <a:extLst>
              <a:ext uri="{FF2B5EF4-FFF2-40B4-BE49-F238E27FC236}">
                <a16:creationId xmlns:a16="http://schemas.microsoft.com/office/drawing/2014/main" id="{28C5E846-5542-926F-46E7-D44786761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91238C90-4814-2899-32F8-FA6C28C0F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3715" name="Text Box 3">
            <a:extLst>
              <a:ext uri="{FF2B5EF4-FFF2-40B4-BE49-F238E27FC236}">
                <a16:creationId xmlns:a16="http://schemas.microsoft.com/office/drawing/2014/main" id="{20459ABE-A613-05F0-DF47-9E579CE3D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3716" name="Text Box 4">
            <a:extLst>
              <a:ext uri="{FF2B5EF4-FFF2-40B4-BE49-F238E27FC236}">
                <a16:creationId xmlns:a16="http://schemas.microsoft.com/office/drawing/2014/main" id="{B0C563CA-3177-DEF7-AE50-7506C3A90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3717" name="Text Box 5">
            <a:extLst>
              <a:ext uri="{FF2B5EF4-FFF2-40B4-BE49-F238E27FC236}">
                <a16:creationId xmlns:a16="http://schemas.microsoft.com/office/drawing/2014/main" id="{51CDC873-B722-16D2-A991-E1EFAAF6F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8C7F54C8-4040-7FA8-433C-9B27CF64C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555BFDD7-F969-6669-EE3D-0F48E5D3D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3720" name="Text Box 8">
            <a:extLst>
              <a:ext uri="{FF2B5EF4-FFF2-40B4-BE49-F238E27FC236}">
                <a16:creationId xmlns:a16="http://schemas.microsoft.com/office/drawing/2014/main" id="{FC312861-1E7D-93B1-875C-EB20E425F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3721" name="Text Box 9">
            <a:extLst>
              <a:ext uri="{FF2B5EF4-FFF2-40B4-BE49-F238E27FC236}">
                <a16:creationId xmlns:a16="http://schemas.microsoft.com/office/drawing/2014/main" id="{CE8905D1-01E6-FAE4-E633-4747516B7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3722" name="Text Box 10">
            <a:extLst>
              <a:ext uri="{FF2B5EF4-FFF2-40B4-BE49-F238E27FC236}">
                <a16:creationId xmlns:a16="http://schemas.microsoft.com/office/drawing/2014/main" id="{008E4048-3C38-E7ED-9AB6-82BAE255C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3723" name="Text Box 11">
            <a:extLst>
              <a:ext uri="{FF2B5EF4-FFF2-40B4-BE49-F238E27FC236}">
                <a16:creationId xmlns:a16="http://schemas.microsoft.com/office/drawing/2014/main" id="{3280DF18-CA93-591C-5B94-86CB96FFB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3724" name="Text Box 12">
            <a:extLst>
              <a:ext uri="{FF2B5EF4-FFF2-40B4-BE49-F238E27FC236}">
                <a16:creationId xmlns:a16="http://schemas.microsoft.com/office/drawing/2014/main" id="{C2DAF05C-B626-1A6D-3155-7FBE495D9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3725" name="Text Box 13">
            <a:extLst>
              <a:ext uri="{FF2B5EF4-FFF2-40B4-BE49-F238E27FC236}">
                <a16:creationId xmlns:a16="http://schemas.microsoft.com/office/drawing/2014/main" id="{0FEFDCE7-592D-EDC9-3AC3-5265A75A5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3726" name="Text Box 14">
            <a:extLst>
              <a:ext uri="{FF2B5EF4-FFF2-40B4-BE49-F238E27FC236}">
                <a16:creationId xmlns:a16="http://schemas.microsoft.com/office/drawing/2014/main" id="{61AFEC5C-DD00-31B4-AEC5-928BA3DFA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3727" name="Text Box 15">
            <a:extLst>
              <a:ext uri="{FF2B5EF4-FFF2-40B4-BE49-F238E27FC236}">
                <a16:creationId xmlns:a16="http://schemas.microsoft.com/office/drawing/2014/main" id="{D665DBC4-0CBB-7196-0493-BF589C89B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43728" name="Text Box 16">
            <a:extLst>
              <a:ext uri="{FF2B5EF4-FFF2-40B4-BE49-F238E27FC236}">
                <a16:creationId xmlns:a16="http://schemas.microsoft.com/office/drawing/2014/main" id="{38808DF5-00F8-7F5A-3CC4-DAD564EE1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3729" name="Text Box 17">
            <a:extLst>
              <a:ext uri="{FF2B5EF4-FFF2-40B4-BE49-F238E27FC236}">
                <a16:creationId xmlns:a16="http://schemas.microsoft.com/office/drawing/2014/main" id="{DFB872AE-0E2E-C4EE-64AE-626ADF52D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3730" name="Group 18">
            <a:extLst>
              <a:ext uri="{FF2B5EF4-FFF2-40B4-BE49-F238E27FC236}">
                <a16:creationId xmlns:a16="http://schemas.microsoft.com/office/drawing/2014/main" id="{71454D3A-B3E6-48A1-BF8D-A4947938D57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2625" y="4138613"/>
            <a:ext cx="590550" cy="446087"/>
            <a:chOff x="1760" y="2424"/>
            <a:chExt cx="372" cy="502"/>
          </a:xfrm>
        </p:grpSpPr>
        <p:sp>
          <p:nvSpPr>
            <p:cNvPr id="243731" name="Line 19">
              <a:extLst>
                <a:ext uri="{FF2B5EF4-FFF2-40B4-BE49-F238E27FC236}">
                  <a16:creationId xmlns:a16="http://schemas.microsoft.com/office/drawing/2014/main" id="{5B07D227-BD7F-0C39-77BE-84D534368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3732" name="Line 20">
              <a:extLst>
                <a:ext uri="{FF2B5EF4-FFF2-40B4-BE49-F238E27FC236}">
                  <a16:creationId xmlns:a16="http://schemas.microsoft.com/office/drawing/2014/main" id="{EE5C388E-9D61-3063-3EA8-502AC29CD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3733" name="Line 21">
              <a:extLst>
                <a:ext uri="{FF2B5EF4-FFF2-40B4-BE49-F238E27FC236}">
                  <a16:creationId xmlns:a16="http://schemas.microsoft.com/office/drawing/2014/main" id="{9BB06F0F-E218-221D-D689-3942EB6D8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3734" name="Text Box 22">
            <a:extLst>
              <a:ext uri="{FF2B5EF4-FFF2-40B4-BE49-F238E27FC236}">
                <a16:creationId xmlns:a16="http://schemas.microsoft.com/office/drawing/2014/main" id="{DF6F795D-AA72-EA53-B1B9-CF7D18273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3735" name="Text Box 23">
            <a:extLst>
              <a:ext uri="{FF2B5EF4-FFF2-40B4-BE49-F238E27FC236}">
                <a16:creationId xmlns:a16="http://schemas.microsoft.com/office/drawing/2014/main" id="{B26447A2-18BD-59EA-6B42-49E54A8F9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3736" name="Text Box 24">
            <a:extLst>
              <a:ext uri="{FF2B5EF4-FFF2-40B4-BE49-F238E27FC236}">
                <a16:creationId xmlns:a16="http://schemas.microsoft.com/office/drawing/2014/main" id="{AD23018F-5DE5-E9D8-5866-654E81A8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8C1E79C4-C8AE-7F12-22C1-F0940F7A1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4739" name="Text Box 3">
            <a:extLst>
              <a:ext uri="{FF2B5EF4-FFF2-40B4-BE49-F238E27FC236}">
                <a16:creationId xmlns:a16="http://schemas.microsoft.com/office/drawing/2014/main" id="{3CA53BF0-F542-773E-7CED-E3F290E88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4740" name="Text Box 4">
            <a:extLst>
              <a:ext uri="{FF2B5EF4-FFF2-40B4-BE49-F238E27FC236}">
                <a16:creationId xmlns:a16="http://schemas.microsoft.com/office/drawing/2014/main" id="{670B0098-A748-636A-3D62-22213CCF8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4741" name="Text Box 5">
            <a:extLst>
              <a:ext uri="{FF2B5EF4-FFF2-40B4-BE49-F238E27FC236}">
                <a16:creationId xmlns:a16="http://schemas.microsoft.com/office/drawing/2014/main" id="{18982F70-72A2-1B0C-7718-3E317FB4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4742" name="Text Box 6">
            <a:extLst>
              <a:ext uri="{FF2B5EF4-FFF2-40B4-BE49-F238E27FC236}">
                <a16:creationId xmlns:a16="http://schemas.microsoft.com/office/drawing/2014/main" id="{70A7DAB9-08DC-6AFC-ECE7-8145629B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4743" name="Text Box 7">
            <a:extLst>
              <a:ext uri="{FF2B5EF4-FFF2-40B4-BE49-F238E27FC236}">
                <a16:creationId xmlns:a16="http://schemas.microsoft.com/office/drawing/2014/main" id="{117FB97F-2680-4C4D-A9D1-030297A34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4744" name="Text Box 8">
            <a:extLst>
              <a:ext uri="{FF2B5EF4-FFF2-40B4-BE49-F238E27FC236}">
                <a16:creationId xmlns:a16="http://schemas.microsoft.com/office/drawing/2014/main" id="{A902205C-3FE0-FF4D-79CA-70F7F2B0D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4745" name="Text Box 9">
            <a:extLst>
              <a:ext uri="{FF2B5EF4-FFF2-40B4-BE49-F238E27FC236}">
                <a16:creationId xmlns:a16="http://schemas.microsoft.com/office/drawing/2014/main" id="{7703EB81-E37B-6E96-FDE2-4D57756D2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4746" name="Text Box 10">
            <a:extLst>
              <a:ext uri="{FF2B5EF4-FFF2-40B4-BE49-F238E27FC236}">
                <a16:creationId xmlns:a16="http://schemas.microsoft.com/office/drawing/2014/main" id="{D4F2EA44-6A87-DC6E-212D-B9ACAE426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4747" name="Text Box 11">
            <a:extLst>
              <a:ext uri="{FF2B5EF4-FFF2-40B4-BE49-F238E27FC236}">
                <a16:creationId xmlns:a16="http://schemas.microsoft.com/office/drawing/2014/main" id="{5CE10D5C-1CE1-BFA1-66B6-7FBEB19DD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4748" name="Text Box 12">
            <a:extLst>
              <a:ext uri="{FF2B5EF4-FFF2-40B4-BE49-F238E27FC236}">
                <a16:creationId xmlns:a16="http://schemas.microsoft.com/office/drawing/2014/main" id="{7DADC53E-4930-DE48-04BC-66A7B2C90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4749" name="Text Box 13">
            <a:extLst>
              <a:ext uri="{FF2B5EF4-FFF2-40B4-BE49-F238E27FC236}">
                <a16:creationId xmlns:a16="http://schemas.microsoft.com/office/drawing/2014/main" id="{B37D2216-356F-7F4D-2393-E58717C65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4750" name="Text Box 14">
            <a:extLst>
              <a:ext uri="{FF2B5EF4-FFF2-40B4-BE49-F238E27FC236}">
                <a16:creationId xmlns:a16="http://schemas.microsoft.com/office/drawing/2014/main" id="{7FC5C23F-BBDE-5873-CC3C-A86219641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4751" name="Text Box 15">
            <a:extLst>
              <a:ext uri="{FF2B5EF4-FFF2-40B4-BE49-F238E27FC236}">
                <a16:creationId xmlns:a16="http://schemas.microsoft.com/office/drawing/2014/main" id="{9E64E92E-442A-31E9-DD20-950DAC391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44752" name="Text Box 16">
            <a:extLst>
              <a:ext uri="{FF2B5EF4-FFF2-40B4-BE49-F238E27FC236}">
                <a16:creationId xmlns:a16="http://schemas.microsoft.com/office/drawing/2014/main" id="{631EAB78-1509-189A-24A7-55E169E1C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4753" name="Text Box 17">
            <a:extLst>
              <a:ext uri="{FF2B5EF4-FFF2-40B4-BE49-F238E27FC236}">
                <a16:creationId xmlns:a16="http://schemas.microsoft.com/office/drawing/2014/main" id="{0B787F44-0DFF-FCC4-23B2-61DB8B264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4754" name="Group 18">
            <a:extLst>
              <a:ext uri="{FF2B5EF4-FFF2-40B4-BE49-F238E27FC236}">
                <a16:creationId xmlns:a16="http://schemas.microsoft.com/office/drawing/2014/main" id="{C3C538BE-8D0D-03EB-BC87-3827929C937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2625" y="4138613"/>
            <a:ext cx="590550" cy="446087"/>
            <a:chOff x="1760" y="2424"/>
            <a:chExt cx="372" cy="502"/>
          </a:xfrm>
        </p:grpSpPr>
        <p:sp>
          <p:nvSpPr>
            <p:cNvPr id="244755" name="Line 19">
              <a:extLst>
                <a:ext uri="{FF2B5EF4-FFF2-40B4-BE49-F238E27FC236}">
                  <a16:creationId xmlns:a16="http://schemas.microsoft.com/office/drawing/2014/main" id="{B083EA34-B5F6-B8DB-5A0A-F9E0453F4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4756" name="Line 20">
              <a:extLst>
                <a:ext uri="{FF2B5EF4-FFF2-40B4-BE49-F238E27FC236}">
                  <a16:creationId xmlns:a16="http://schemas.microsoft.com/office/drawing/2014/main" id="{A1A0BA45-04C3-1AB1-20EE-4411F3241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4757" name="Line 21">
              <a:extLst>
                <a:ext uri="{FF2B5EF4-FFF2-40B4-BE49-F238E27FC236}">
                  <a16:creationId xmlns:a16="http://schemas.microsoft.com/office/drawing/2014/main" id="{CF48D884-13B7-D14F-010B-3F0FF9BE0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4758" name="Text Box 22">
            <a:extLst>
              <a:ext uri="{FF2B5EF4-FFF2-40B4-BE49-F238E27FC236}">
                <a16:creationId xmlns:a16="http://schemas.microsoft.com/office/drawing/2014/main" id="{5D4FD1C8-E235-242A-265F-AF7CDF0AD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4759" name="Text Box 23">
            <a:extLst>
              <a:ext uri="{FF2B5EF4-FFF2-40B4-BE49-F238E27FC236}">
                <a16:creationId xmlns:a16="http://schemas.microsoft.com/office/drawing/2014/main" id="{40151C56-B1E3-DE94-2CC5-92B3A1556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4760" name="Text Box 24">
            <a:extLst>
              <a:ext uri="{FF2B5EF4-FFF2-40B4-BE49-F238E27FC236}">
                <a16:creationId xmlns:a16="http://schemas.microsoft.com/office/drawing/2014/main" id="{8F007806-AC53-13C4-C791-F684F1AF1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6681ECB8-D977-6788-315B-08C12F0C3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5763" name="Text Box 3">
            <a:extLst>
              <a:ext uri="{FF2B5EF4-FFF2-40B4-BE49-F238E27FC236}">
                <a16:creationId xmlns:a16="http://schemas.microsoft.com/office/drawing/2014/main" id="{2B87D620-85E6-494E-3D25-C6C2FCFC4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5764" name="Text Box 4">
            <a:extLst>
              <a:ext uri="{FF2B5EF4-FFF2-40B4-BE49-F238E27FC236}">
                <a16:creationId xmlns:a16="http://schemas.microsoft.com/office/drawing/2014/main" id="{47B13956-C485-3FAB-22B3-B1CA2A5F4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A79B9D3B-EED2-7F94-26A5-F9AF74460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5766" name="Text Box 6">
            <a:extLst>
              <a:ext uri="{FF2B5EF4-FFF2-40B4-BE49-F238E27FC236}">
                <a16:creationId xmlns:a16="http://schemas.microsoft.com/office/drawing/2014/main" id="{694A6669-A938-072A-3476-00ACD9881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5767" name="Text Box 7">
            <a:extLst>
              <a:ext uri="{FF2B5EF4-FFF2-40B4-BE49-F238E27FC236}">
                <a16:creationId xmlns:a16="http://schemas.microsoft.com/office/drawing/2014/main" id="{EA68836C-4FFA-A546-0A85-94DD008D8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5768" name="Text Box 8">
            <a:extLst>
              <a:ext uri="{FF2B5EF4-FFF2-40B4-BE49-F238E27FC236}">
                <a16:creationId xmlns:a16="http://schemas.microsoft.com/office/drawing/2014/main" id="{DD8C2EBD-DE5C-15B5-DA35-A636806EF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5769" name="Text Box 9">
            <a:extLst>
              <a:ext uri="{FF2B5EF4-FFF2-40B4-BE49-F238E27FC236}">
                <a16:creationId xmlns:a16="http://schemas.microsoft.com/office/drawing/2014/main" id="{B1BE3C87-5F7D-C053-9BB3-E55713645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5770" name="Text Box 10">
            <a:extLst>
              <a:ext uri="{FF2B5EF4-FFF2-40B4-BE49-F238E27FC236}">
                <a16:creationId xmlns:a16="http://schemas.microsoft.com/office/drawing/2014/main" id="{98E9AAFD-DAAC-CF3B-569A-89488050C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5771" name="Text Box 11">
            <a:extLst>
              <a:ext uri="{FF2B5EF4-FFF2-40B4-BE49-F238E27FC236}">
                <a16:creationId xmlns:a16="http://schemas.microsoft.com/office/drawing/2014/main" id="{DA44FA0A-BDFD-1659-D426-2664830EC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5772" name="Text Box 12">
            <a:extLst>
              <a:ext uri="{FF2B5EF4-FFF2-40B4-BE49-F238E27FC236}">
                <a16:creationId xmlns:a16="http://schemas.microsoft.com/office/drawing/2014/main" id="{DE86895F-771D-C149-EE1E-89C443D43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5773" name="Text Box 13">
            <a:extLst>
              <a:ext uri="{FF2B5EF4-FFF2-40B4-BE49-F238E27FC236}">
                <a16:creationId xmlns:a16="http://schemas.microsoft.com/office/drawing/2014/main" id="{BC8C4C8B-DD3E-4154-E468-9C063CE33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5774" name="Text Box 14">
            <a:extLst>
              <a:ext uri="{FF2B5EF4-FFF2-40B4-BE49-F238E27FC236}">
                <a16:creationId xmlns:a16="http://schemas.microsoft.com/office/drawing/2014/main" id="{ACAAD0A1-6BB4-14F8-24DA-B113385FC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5775" name="Text Box 15">
            <a:extLst>
              <a:ext uri="{FF2B5EF4-FFF2-40B4-BE49-F238E27FC236}">
                <a16:creationId xmlns:a16="http://schemas.microsoft.com/office/drawing/2014/main" id="{08620DBA-81B1-4EFB-AD25-D691FCE91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5776" name="Text Box 16">
            <a:extLst>
              <a:ext uri="{FF2B5EF4-FFF2-40B4-BE49-F238E27FC236}">
                <a16:creationId xmlns:a16="http://schemas.microsoft.com/office/drawing/2014/main" id="{5FB952F4-02E5-48AF-8AD5-B4541B6FA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5777" name="Text Box 17">
            <a:extLst>
              <a:ext uri="{FF2B5EF4-FFF2-40B4-BE49-F238E27FC236}">
                <a16:creationId xmlns:a16="http://schemas.microsoft.com/office/drawing/2014/main" id="{E891CB46-BCF3-56F6-1353-700A1C3C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5778" name="Group 18">
            <a:extLst>
              <a:ext uri="{FF2B5EF4-FFF2-40B4-BE49-F238E27FC236}">
                <a16:creationId xmlns:a16="http://schemas.microsoft.com/office/drawing/2014/main" id="{D88E743A-22EF-E11E-A631-B54D9A81819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80000" y="4138613"/>
            <a:ext cx="590550" cy="446087"/>
            <a:chOff x="1760" y="2424"/>
            <a:chExt cx="372" cy="502"/>
          </a:xfrm>
        </p:grpSpPr>
        <p:sp>
          <p:nvSpPr>
            <p:cNvPr id="245779" name="Line 19">
              <a:extLst>
                <a:ext uri="{FF2B5EF4-FFF2-40B4-BE49-F238E27FC236}">
                  <a16:creationId xmlns:a16="http://schemas.microsoft.com/office/drawing/2014/main" id="{67311449-AD4A-822E-5D25-665F28CD8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0" name="Line 20">
              <a:extLst>
                <a:ext uri="{FF2B5EF4-FFF2-40B4-BE49-F238E27FC236}">
                  <a16:creationId xmlns:a16="http://schemas.microsoft.com/office/drawing/2014/main" id="{E02E1F44-764A-F7DD-AB7A-DAEEC9C2D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1" name="Line 21">
              <a:extLst>
                <a:ext uri="{FF2B5EF4-FFF2-40B4-BE49-F238E27FC236}">
                  <a16:creationId xmlns:a16="http://schemas.microsoft.com/office/drawing/2014/main" id="{C72B214F-D0A6-0778-F05C-D8249C6D1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783" name="Text Box 23">
            <a:extLst>
              <a:ext uri="{FF2B5EF4-FFF2-40B4-BE49-F238E27FC236}">
                <a16:creationId xmlns:a16="http://schemas.microsoft.com/office/drawing/2014/main" id="{F68DDFE7-D9A6-8110-BA8F-F10987BF4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5784" name="Text Box 24">
            <a:extLst>
              <a:ext uri="{FF2B5EF4-FFF2-40B4-BE49-F238E27FC236}">
                <a16:creationId xmlns:a16="http://schemas.microsoft.com/office/drawing/2014/main" id="{B7501465-6283-F94B-D3BF-0635D31A2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A0174619-C3AF-2D04-A30B-9F959EDF2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6787" name="Text Box 3">
            <a:extLst>
              <a:ext uri="{FF2B5EF4-FFF2-40B4-BE49-F238E27FC236}">
                <a16:creationId xmlns:a16="http://schemas.microsoft.com/office/drawing/2014/main" id="{8EDD9398-5E71-3EED-300D-AD653852B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6788" name="Text Box 4">
            <a:extLst>
              <a:ext uri="{FF2B5EF4-FFF2-40B4-BE49-F238E27FC236}">
                <a16:creationId xmlns:a16="http://schemas.microsoft.com/office/drawing/2014/main" id="{2F2EAD39-9370-C1F2-E7D1-AD2484A93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6789" name="Text Box 5">
            <a:extLst>
              <a:ext uri="{FF2B5EF4-FFF2-40B4-BE49-F238E27FC236}">
                <a16:creationId xmlns:a16="http://schemas.microsoft.com/office/drawing/2014/main" id="{079310E3-5DBD-BF09-A786-22E3B916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6790" name="Text Box 6">
            <a:extLst>
              <a:ext uri="{FF2B5EF4-FFF2-40B4-BE49-F238E27FC236}">
                <a16:creationId xmlns:a16="http://schemas.microsoft.com/office/drawing/2014/main" id="{44E6193B-91A4-6F00-E777-6F7640643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6791" name="Text Box 7">
            <a:extLst>
              <a:ext uri="{FF2B5EF4-FFF2-40B4-BE49-F238E27FC236}">
                <a16:creationId xmlns:a16="http://schemas.microsoft.com/office/drawing/2014/main" id="{6A012E28-2833-5F71-09E5-28E72560E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6792" name="Text Box 8">
            <a:extLst>
              <a:ext uri="{FF2B5EF4-FFF2-40B4-BE49-F238E27FC236}">
                <a16:creationId xmlns:a16="http://schemas.microsoft.com/office/drawing/2014/main" id="{D8A5DF54-DAFC-133E-925E-0E67888A7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6793" name="Text Box 9">
            <a:extLst>
              <a:ext uri="{FF2B5EF4-FFF2-40B4-BE49-F238E27FC236}">
                <a16:creationId xmlns:a16="http://schemas.microsoft.com/office/drawing/2014/main" id="{AB2C55A2-E5AD-5D33-9CC5-F920C610D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6794" name="Text Box 10">
            <a:extLst>
              <a:ext uri="{FF2B5EF4-FFF2-40B4-BE49-F238E27FC236}">
                <a16:creationId xmlns:a16="http://schemas.microsoft.com/office/drawing/2014/main" id="{1C9B7CD0-5254-B12D-221B-BB6795890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6795" name="Text Box 11">
            <a:extLst>
              <a:ext uri="{FF2B5EF4-FFF2-40B4-BE49-F238E27FC236}">
                <a16:creationId xmlns:a16="http://schemas.microsoft.com/office/drawing/2014/main" id="{2483AF89-68D9-1BD2-EE97-17860D6A2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6796" name="Text Box 12">
            <a:extLst>
              <a:ext uri="{FF2B5EF4-FFF2-40B4-BE49-F238E27FC236}">
                <a16:creationId xmlns:a16="http://schemas.microsoft.com/office/drawing/2014/main" id="{1D27763F-07A2-F5EE-C569-3338B29E5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6797" name="Text Box 13">
            <a:extLst>
              <a:ext uri="{FF2B5EF4-FFF2-40B4-BE49-F238E27FC236}">
                <a16:creationId xmlns:a16="http://schemas.microsoft.com/office/drawing/2014/main" id="{2833B7C1-3AF1-3281-98F2-67C911DB7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6798" name="Text Box 14">
            <a:extLst>
              <a:ext uri="{FF2B5EF4-FFF2-40B4-BE49-F238E27FC236}">
                <a16:creationId xmlns:a16="http://schemas.microsoft.com/office/drawing/2014/main" id="{2B1F1A77-D907-3ED2-B291-D87115EB6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6799" name="Text Box 15">
            <a:extLst>
              <a:ext uri="{FF2B5EF4-FFF2-40B4-BE49-F238E27FC236}">
                <a16:creationId xmlns:a16="http://schemas.microsoft.com/office/drawing/2014/main" id="{4898D085-EE41-1F81-857F-76BDB36ED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6800" name="Text Box 16">
            <a:extLst>
              <a:ext uri="{FF2B5EF4-FFF2-40B4-BE49-F238E27FC236}">
                <a16:creationId xmlns:a16="http://schemas.microsoft.com/office/drawing/2014/main" id="{6C61BECE-6D25-32B5-0682-329DBA849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6801" name="Text Box 17">
            <a:extLst>
              <a:ext uri="{FF2B5EF4-FFF2-40B4-BE49-F238E27FC236}">
                <a16:creationId xmlns:a16="http://schemas.microsoft.com/office/drawing/2014/main" id="{07E8F63D-9953-00AC-3963-5FBA0CF12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6802" name="Group 18">
            <a:extLst>
              <a:ext uri="{FF2B5EF4-FFF2-40B4-BE49-F238E27FC236}">
                <a16:creationId xmlns:a16="http://schemas.microsoft.com/office/drawing/2014/main" id="{35EF3724-183C-6C93-5766-1D4F780CEB8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80000" y="4138613"/>
            <a:ext cx="590550" cy="446087"/>
            <a:chOff x="1760" y="2424"/>
            <a:chExt cx="372" cy="502"/>
          </a:xfrm>
        </p:grpSpPr>
        <p:sp>
          <p:nvSpPr>
            <p:cNvPr id="246803" name="Line 19">
              <a:extLst>
                <a:ext uri="{FF2B5EF4-FFF2-40B4-BE49-F238E27FC236}">
                  <a16:creationId xmlns:a16="http://schemas.microsoft.com/office/drawing/2014/main" id="{8F17074B-76F4-8139-B985-5E4DD70B1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04" name="Line 20">
              <a:extLst>
                <a:ext uri="{FF2B5EF4-FFF2-40B4-BE49-F238E27FC236}">
                  <a16:creationId xmlns:a16="http://schemas.microsoft.com/office/drawing/2014/main" id="{955400FE-36DA-1BE9-1480-A210039BC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05" name="Line 21">
              <a:extLst>
                <a:ext uri="{FF2B5EF4-FFF2-40B4-BE49-F238E27FC236}">
                  <a16:creationId xmlns:a16="http://schemas.microsoft.com/office/drawing/2014/main" id="{0EC5BAAD-26AB-304F-7218-43FAB5908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806" name="Text Box 22">
            <a:extLst>
              <a:ext uri="{FF2B5EF4-FFF2-40B4-BE49-F238E27FC236}">
                <a16:creationId xmlns:a16="http://schemas.microsoft.com/office/drawing/2014/main" id="{10A07364-48E3-F8FE-0DDB-3E9F0E9B3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6807" name="Text Box 23">
            <a:extLst>
              <a:ext uri="{FF2B5EF4-FFF2-40B4-BE49-F238E27FC236}">
                <a16:creationId xmlns:a16="http://schemas.microsoft.com/office/drawing/2014/main" id="{A703442C-5513-14BD-6EDB-3AC39BA9D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6808" name="Text Box 24">
            <a:extLst>
              <a:ext uri="{FF2B5EF4-FFF2-40B4-BE49-F238E27FC236}">
                <a16:creationId xmlns:a16="http://schemas.microsoft.com/office/drawing/2014/main" id="{0ED9996B-48D0-F8F3-F1BB-7A481409E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65586B20-D118-9B1D-0896-DCD99E556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7811" name="Text Box 3">
            <a:extLst>
              <a:ext uri="{FF2B5EF4-FFF2-40B4-BE49-F238E27FC236}">
                <a16:creationId xmlns:a16="http://schemas.microsoft.com/office/drawing/2014/main" id="{54AC7710-0EAA-868D-49FD-AEFF72BF8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7812" name="Text Box 4">
            <a:extLst>
              <a:ext uri="{FF2B5EF4-FFF2-40B4-BE49-F238E27FC236}">
                <a16:creationId xmlns:a16="http://schemas.microsoft.com/office/drawing/2014/main" id="{F09872A3-5AD3-FEAC-9264-864CD2D5B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7813" name="Text Box 5">
            <a:extLst>
              <a:ext uri="{FF2B5EF4-FFF2-40B4-BE49-F238E27FC236}">
                <a16:creationId xmlns:a16="http://schemas.microsoft.com/office/drawing/2014/main" id="{6B5A115D-91EB-E66B-C829-8F528041A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7814" name="Text Box 6">
            <a:extLst>
              <a:ext uri="{FF2B5EF4-FFF2-40B4-BE49-F238E27FC236}">
                <a16:creationId xmlns:a16="http://schemas.microsoft.com/office/drawing/2014/main" id="{1DCB99E0-94BC-5E9C-4FD5-06AA78E87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7815" name="Text Box 7">
            <a:extLst>
              <a:ext uri="{FF2B5EF4-FFF2-40B4-BE49-F238E27FC236}">
                <a16:creationId xmlns:a16="http://schemas.microsoft.com/office/drawing/2014/main" id="{161D0B82-673A-4E69-36EE-F23D98EC5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7816" name="Text Box 8">
            <a:extLst>
              <a:ext uri="{FF2B5EF4-FFF2-40B4-BE49-F238E27FC236}">
                <a16:creationId xmlns:a16="http://schemas.microsoft.com/office/drawing/2014/main" id="{5558C891-EE2E-47D4-5F1E-93FD9FC34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7817" name="Text Box 9">
            <a:extLst>
              <a:ext uri="{FF2B5EF4-FFF2-40B4-BE49-F238E27FC236}">
                <a16:creationId xmlns:a16="http://schemas.microsoft.com/office/drawing/2014/main" id="{B095160C-9EC8-E001-062C-4A610659A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7818" name="Text Box 10">
            <a:extLst>
              <a:ext uri="{FF2B5EF4-FFF2-40B4-BE49-F238E27FC236}">
                <a16:creationId xmlns:a16="http://schemas.microsoft.com/office/drawing/2014/main" id="{334A7699-B11F-2A47-2A7B-E5506FB2A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7819" name="Text Box 11">
            <a:extLst>
              <a:ext uri="{FF2B5EF4-FFF2-40B4-BE49-F238E27FC236}">
                <a16:creationId xmlns:a16="http://schemas.microsoft.com/office/drawing/2014/main" id="{84B23911-2B02-3406-DC86-AD173A95E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7820" name="Text Box 12">
            <a:extLst>
              <a:ext uri="{FF2B5EF4-FFF2-40B4-BE49-F238E27FC236}">
                <a16:creationId xmlns:a16="http://schemas.microsoft.com/office/drawing/2014/main" id="{B18D459E-87B5-29C6-84C4-390A25E22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7821" name="Text Box 13">
            <a:extLst>
              <a:ext uri="{FF2B5EF4-FFF2-40B4-BE49-F238E27FC236}">
                <a16:creationId xmlns:a16="http://schemas.microsoft.com/office/drawing/2014/main" id="{7EE31375-45FA-CBEE-7172-1E7171BAD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7822" name="Text Box 14">
            <a:extLst>
              <a:ext uri="{FF2B5EF4-FFF2-40B4-BE49-F238E27FC236}">
                <a16:creationId xmlns:a16="http://schemas.microsoft.com/office/drawing/2014/main" id="{43711ADC-85E4-6D41-CAFD-566EF8464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7823" name="Text Box 15">
            <a:extLst>
              <a:ext uri="{FF2B5EF4-FFF2-40B4-BE49-F238E27FC236}">
                <a16:creationId xmlns:a16="http://schemas.microsoft.com/office/drawing/2014/main" id="{BC3061B6-0542-E193-F997-9A2035FA8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7824" name="Text Box 16">
            <a:extLst>
              <a:ext uri="{FF2B5EF4-FFF2-40B4-BE49-F238E27FC236}">
                <a16:creationId xmlns:a16="http://schemas.microsoft.com/office/drawing/2014/main" id="{C161DB8B-158E-C77C-8820-6C4C21092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7825" name="Text Box 17">
            <a:extLst>
              <a:ext uri="{FF2B5EF4-FFF2-40B4-BE49-F238E27FC236}">
                <a16:creationId xmlns:a16="http://schemas.microsoft.com/office/drawing/2014/main" id="{5E01CFA6-C48A-55BF-84E3-AC83B1FE8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7826" name="Group 18">
            <a:extLst>
              <a:ext uri="{FF2B5EF4-FFF2-40B4-BE49-F238E27FC236}">
                <a16:creationId xmlns:a16="http://schemas.microsoft.com/office/drawing/2014/main" id="{E01D13D8-B031-BE53-385B-66A8227DDCF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80000" y="4138613"/>
            <a:ext cx="590550" cy="446087"/>
            <a:chOff x="1760" y="2424"/>
            <a:chExt cx="372" cy="502"/>
          </a:xfrm>
        </p:grpSpPr>
        <p:sp>
          <p:nvSpPr>
            <p:cNvPr id="247827" name="Line 19">
              <a:extLst>
                <a:ext uri="{FF2B5EF4-FFF2-40B4-BE49-F238E27FC236}">
                  <a16:creationId xmlns:a16="http://schemas.microsoft.com/office/drawing/2014/main" id="{68D8897B-3C63-CA48-3441-1132CB680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828" name="Line 20">
              <a:extLst>
                <a:ext uri="{FF2B5EF4-FFF2-40B4-BE49-F238E27FC236}">
                  <a16:creationId xmlns:a16="http://schemas.microsoft.com/office/drawing/2014/main" id="{F9074DE4-4BB5-A9CF-E122-76A1CDBDA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829" name="Line 21">
              <a:extLst>
                <a:ext uri="{FF2B5EF4-FFF2-40B4-BE49-F238E27FC236}">
                  <a16:creationId xmlns:a16="http://schemas.microsoft.com/office/drawing/2014/main" id="{E8B8624A-7CDA-A11F-CCB3-FEF57F40D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830" name="Text Box 22">
            <a:extLst>
              <a:ext uri="{FF2B5EF4-FFF2-40B4-BE49-F238E27FC236}">
                <a16:creationId xmlns:a16="http://schemas.microsoft.com/office/drawing/2014/main" id="{EE862BD3-1DA3-38CF-CBD3-008ADDFFC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688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7831" name="Text Box 23">
            <a:extLst>
              <a:ext uri="{FF2B5EF4-FFF2-40B4-BE49-F238E27FC236}">
                <a16:creationId xmlns:a16="http://schemas.microsoft.com/office/drawing/2014/main" id="{742A3CCC-084E-46F4-F66A-38D782ADB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7832" name="Text Box 24">
            <a:extLst>
              <a:ext uri="{FF2B5EF4-FFF2-40B4-BE49-F238E27FC236}">
                <a16:creationId xmlns:a16="http://schemas.microsoft.com/office/drawing/2014/main" id="{DE73FD6C-C7C5-0AE3-1C1D-1274D6BC2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5E130533-006A-44FF-1069-77267C7B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8835" name="Text Box 3">
            <a:extLst>
              <a:ext uri="{FF2B5EF4-FFF2-40B4-BE49-F238E27FC236}">
                <a16:creationId xmlns:a16="http://schemas.microsoft.com/office/drawing/2014/main" id="{F44EE5DA-8D9B-65EC-D003-3308B1A84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8836" name="Text Box 4">
            <a:extLst>
              <a:ext uri="{FF2B5EF4-FFF2-40B4-BE49-F238E27FC236}">
                <a16:creationId xmlns:a16="http://schemas.microsoft.com/office/drawing/2014/main" id="{EF2A0372-3E9C-07E1-4B56-12E554F76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8837" name="Text Box 5">
            <a:extLst>
              <a:ext uri="{FF2B5EF4-FFF2-40B4-BE49-F238E27FC236}">
                <a16:creationId xmlns:a16="http://schemas.microsoft.com/office/drawing/2014/main" id="{4FA4FB78-E438-F8F3-479A-395232A1F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8838" name="Text Box 6">
            <a:extLst>
              <a:ext uri="{FF2B5EF4-FFF2-40B4-BE49-F238E27FC236}">
                <a16:creationId xmlns:a16="http://schemas.microsoft.com/office/drawing/2014/main" id="{1E72D614-A28C-FC03-4B5A-640F99A29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8839" name="Text Box 7">
            <a:extLst>
              <a:ext uri="{FF2B5EF4-FFF2-40B4-BE49-F238E27FC236}">
                <a16:creationId xmlns:a16="http://schemas.microsoft.com/office/drawing/2014/main" id="{A8F50A79-793C-8BD5-E3BF-9B439ACDE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8840" name="Text Box 8">
            <a:extLst>
              <a:ext uri="{FF2B5EF4-FFF2-40B4-BE49-F238E27FC236}">
                <a16:creationId xmlns:a16="http://schemas.microsoft.com/office/drawing/2014/main" id="{A37FD867-EF94-9B3E-A8C2-AF5A38170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8841" name="Text Box 9">
            <a:extLst>
              <a:ext uri="{FF2B5EF4-FFF2-40B4-BE49-F238E27FC236}">
                <a16:creationId xmlns:a16="http://schemas.microsoft.com/office/drawing/2014/main" id="{29886638-3BE8-2AB5-18D5-D9026CA00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8842" name="Text Box 10">
            <a:extLst>
              <a:ext uri="{FF2B5EF4-FFF2-40B4-BE49-F238E27FC236}">
                <a16:creationId xmlns:a16="http://schemas.microsoft.com/office/drawing/2014/main" id="{23294AAE-7420-7147-24C1-BD825356A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8843" name="Text Box 11">
            <a:extLst>
              <a:ext uri="{FF2B5EF4-FFF2-40B4-BE49-F238E27FC236}">
                <a16:creationId xmlns:a16="http://schemas.microsoft.com/office/drawing/2014/main" id="{244032C3-417D-FA81-F8A9-F1B944777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8844" name="Text Box 12">
            <a:extLst>
              <a:ext uri="{FF2B5EF4-FFF2-40B4-BE49-F238E27FC236}">
                <a16:creationId xmlns:a16="http://schemas.microsoft.com/office/drawing/2014/main" id="{B2501D1B-86F1-7B37-19BF-603A0D028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8845" name="Text Box 13">
            <a:extLst>
              <a:ext uri="{FF2B5EF4-FFF2-40B4-BE49-F238E27FC236}">
                <a16:creationId xmlns:a16="http://schemas.microsoft.com/office/drawing/2014/main" id="{E4680DEC-D9F2-29F8-F2F4-B659EF051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8846" name="Text Box 14">
            <a:extLst>
              <a:ext uri="{FF2B5EF4-FFF2-40B4-BE49-F238E27FC236}">
                <a16:creationId xmlns:a16="http://schemas.microsoft.com/office/drawing/2014/main" id="{158B551A-ECCB-84C4-D801-F60D874C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8847" name="Text Box 15">
            <a:extLst>
              <a:ext uri="{FF2B5EF4-FFF2-40B4-BE49-F238E27FC236}">
                <a16:creationId xmlns:a16="http://schemas.microsoft.com/office/drawing/2014/main" id="{8F150B8B-B06D-14DE-485C-3A02A0178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8848" name="Text Box 16">
            <a:extLst>
              <a:ext uri="{FF2B5EF4-FFF2-40B4-BE49-F238E27FC236}">
                <a16:creationId xmlns:a16="http://schemas.microsoft.com/office/drawing/2014/main" id="{98AAF41B-CCD4-F152-D33A-8D5526969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8849" name="Text Box 17">
            <a:extLst>
              <a:ext uri="{FF2B5EF4-FFF2-40B4-BE49-F238E27FC236}">
                <a16:creationId xmlns:a16="http://schemas.microsoft.com/office/drawing/2014/main" id="{C879FA4D-B3EE-D3E7-62E8-CDDC5B3A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8850" name="Group 18">
            <a:extLst>
              <a:ext uri="{FF2B5EF4-FFF2-40B4-BE49-F238E27FC236}">
                <a16:creationId xmlns:a16="http://schemas.microsoft.com/office/drawing/2014/main" id="{5CDA7ECA-16D0-1CA7-A5CF-09073D5BC06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70550" y="4138613"/>
            <a:ext cx="590550" cy="446087"/>
            <a:chOff x="1760" y="2424"/>
            <a:chExt cx="372" cy="502"/>
          </a:xfrm>
        </p:grpSpPr>
        <p:sp>
          <p:nvSpPr>
            <p:cNvPr id="248851" name="Line 19">
              <a:extLst>
                <a:ext uri="{FF2B5EF4-FFF2-40B4-BE49-F238E27FC236}">
                  <a16:creationId xmlns:a16="http://schemas.microsoft.com/office/drawing/2014/main" id="{3C9E9481-62F0-0B15-7B79-CABDEB0C1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52" name="Line 20">
              <a:extLst>
                <a:ext uri="{FF2B5EF4-FFF2-40B4-BE49-F238E27FC236}">
                  <a16:creationId xmlns:a16="http://schemas.microsoft.com/office/drawing/2014/main" id="{6491A7DE-D20F-9992-2274-DD171FB61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853" name="Line 21">
              <a:extLst>
                <a:ext uri="{FF2B5EF4-FFF2-40B4-BE49-F238E27FC236}">
                  <a16:creationId xmlns:a16="http://schemas.microsoft.com/office/drawing/2014/main" id="{8DC3947A-4D86-0EE5-FE7C-A6E1E3A54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8855" name="Text Box 23">
            <a:extLst>
              <a:ext uri="{FF2B5EF4-FFF2-40B4-BE49-F238E27FC236}">
                <a16:creationId xmlns:a16="http://schemas.microsoft.com/office/drawing/2014/main" id="{E8E6477F-CA8A-A2D3-D3C5-C44D92D20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8856" name="Text Box 24">
            <a:extLst>
              <a:ext uri="{FF2B5EF4-FFF2-40B4-BE49-F238E27FC236}">
                <a16:creationId xmlns:a16="http://schemas.microsoft.com/office/drawing/2014/main" id="{0811A531-77AE-34A1-B3A3-A0F929DE9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FEE38131-A8A8-7932-1539-BF98179BB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49859" name="Text Box 3">
            <a:extLst>
              <a:ext uri="{FF2B5EF4-FFF2-40B4-BE49-F238E27FC236}">
                <a16:creationId xmlns:a16="http://schemas.microsoft.com/office/drawing/2014/main" id="{919D9524-A6CE-D8CC-C93D-9F75BC13E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49860" name="Text Box 4">
            <a:extLst>
              <a:ext uri="{FF2B5EF4-FFF2-40B4-BE49-F238E27FC236}">
                <a16:creationId xmlns:a16="http://schemas.microsoft.com/office/drawing/2014/main" id="{04F077F3-FD69-3F65-784C-F2765DD3B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49861" name="Text Box 5">
            <a:extLst>
              <a:ext uri="{FF2B5EF4-FFF2-40B4-BE49-F238E27FC236}">
                <a16:creationId xmlns:a16="http://schemas.microsoft.com/office/drawing/2014/main" id="{85C6E18B-8DB7-59F7-4118-FEE6BEA21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49862" name="Text Box 6">
            <a:extLst>
              <a:ext uri="{FF2B5EF4-FFF2-40B4-BE49-F238E27FC236}">
                <a16:creationId xmlns:a16="http://schemas.microsoft.com/office/drawing/2014/main" id="{128E21E5-6AA2-A186-9CAF-C28609F8E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49863" name="Text Box 7">
            <a:extLst>
              <a:ext uri="{FF2B5EF4-FFF2-40B4-BE49-F238E27FC236}">
                <a16:creationId xmlns:a16="http://schemas.microsoft.com/office/drawing/2014/main" id="{387A5F04-F089-6CC0-FA67-7BC32EA27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49864" name="Text Box 8">
            <a:extLst>
              <a:ext uri="{FF2B5EF4-FFF2-40B4-BE49-F238E27FC236}">
                <a16:creationId xmlns:a16="http://schemas.microsoft.com/office/drawing/2014/main" id="{D4B883C6-B32F-EFC4-6D56-B56199B2D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49865" name="Text Box 9">
            <a:extLst>
              <a:ext uri="{FF2B5EF4-FFF2-40B4-BE49-F238E27FC236}">
                <a16:creationId xmlns:a16="http://schemas.microsoft.com/office/drawing/2014/main" id="{D832B320-7D12-6BAC-D491-E115E347B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49866" name="Text Box 10">
            <a:extLst>
              <a:ext uri="{FF2B5EF4-FFF2-40B4-BE49-F238E27FC236}">
                <a16:creationId xmlns:a16="http://schemas.microsoft.com/office/drawing/2014/main" id="{A296AF29-02BB-35BF-BCBB-AF6E0BEF0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49867" name="Text Box 11">
            <a:extLst>
              <a:ext uri="{FF2B5EF4-FFF2-40B4-BE49-F238E27FC236}">
                <a16:creationId xmlns:a16="http://schemas.microsoft.com/office/drawing/2014/main" id="{F13B1938-E3F3-FB45-203A-DA9A2E5F7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49868" name="Text Box 12">
            <a:extLst>
              <a:ext uri="{FF2B5EF4-FFF2-40B4-BE49-F238E27FC236}">
                <a16:creationId xmlns:a16="http://schemas.microsoft.com/office/drawing/2014/main" id="{BC9F46C0-F526-71F2-CB57-1F99661E2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49869" name="Text Box 13">
            <a:extLst>
              <a:ext uri="{FF2B5EF4-FFF2-40B4-BE49-F238E27FC236}">
                <a16:creationId xmlns:a16="http://schemas.microsoft.com/office/drawing/2014/main" id="{2240FDC5-FE0D-4D15-6E9D-7E1CAF2D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49870" name="Text Box 14">
            <a:extLst>
              <a:ext uri="{FF2B5EF4-FFF2-40B4-BE49-F238E27FC236}">
                <a16:creationId xmlns:a16="http://schemas.microsoft.com/office/drawing/2014/main" id="{F5663FF3-E835-3D6B-3A76-450ACC3BF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9871" name="Text Box 15">
            <a:extLst>
              <a:ext uri="{FF2B5EF4-FFF2-40B4-BE49-F238E27FC236}">
                <a16:creationId xmlns:a16="http://schemas.microsoft.com/office/drawing/2014/main" id="{AEA95F13-E48D-1990-658B-78178A6E8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49872" name="Text Box 16">
            <a:extLst>
              <a:ext uri="{FF2B5EF4-FFF2-40B4-BE49-F238E27FC236}">
                <a16:creationId xmlns:a16="http://schemas.microsoft.com/office/drawing/2014/main" id="{EF813656-AAA1-D57F-D0BA-C7B35A544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49873" name="Text Box 17">
            <a:extLst>
              <a:ext uri="{FF2B5EF4-FFF2-40B4-BE49-F238E27FC236}">
                <a16:creationId xmlns:a16="http://schemas.microsoft.com/office/drawing/2014/main" id="{E3230C36-7902-7FD5-D31B-3923AB44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49874" name="Group 18">
            <a:extLst>
              <a:ext uri="{FF2B5EF4-FFF2-40B4-BE49-F238E27FC236}">
                <a16:creationId xmlns:a16="http://schemas.microsoft.com/office/drawing/2014/main" id="{075E5145-0B5E-F75B-9B44-DCEFC89BC57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70550" y="4138613"/>
            <a:ext cx="590550" cy="446087"/>
            <a:chOff x="1760" y="2424"/>
            <a:chExt cx="372" cy="502"/>
          </a:xfrm>
        </p:grpSpPr>
        <p:sp>
          <p:nvSpPr>
            <p:cNvPr id="249875" name="Line 19">
              <a:extLst>
                <a:ext uri="{FF2B5EF4-FFF2-40B4-BE49-F238E27FC236}">
                  <a16:creationId xmlns:a16="http://schemas.microsoft.com/office/drawing/2014/main" id="{988D6316-63E1-D666-BD8A-B8534CC82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6" name="Line 20">
              <a:extLst>
                <a:ext uri="{FF2B5EF4-FFF2-40B4-BE49-F238E27FC236}">
                  <a16:creationId xmlns:a16="http://schemas.microsoft.com/office/drawing/2014/main" id="{B33CC464-0EAB-AEDE-1585-5E078996A5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877" name="Line 21">
              <a:extLst>
                <a:ext uri="{FF2B5EF4-FFF2-40B4-BE49-F238E27FC236}">
                  <a16:creationId xmlns:a16="http://schemas.microsoft.com/office/drawing/2014/main" id="{F0D8A292-D80C-0439-F5E7-228EA1425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9878" name="Text Box 22">
            <a:extLst>
              <a:ext uri="{FF2B5EF4-FFF2-40B4-BE49-F238E27FC236}">
                <a16:creationId xmlns:a16="http://schemas.microsoft.com/office/drawing/2014/main" id="{83267383-6C12-2C1F-2427-4E23B7796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49879" name="Text Box 23">
            <a:extLst>
              <a:ext uri="{FF2B5EF4-FFF2-40B4-BE49-F238E27FC236}">
                <a16:creationId xmlns:a16="http://schemas.microsoft.com/office/drawing/2014/main" id="{2055C596-7937-9118-7BF2-0A1C0D093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49880" name="Text Box 24">
            <a:extLst>
              <a:ext uri="{FF2B5EF4-FFF2-40B4-BE49-F238E27FC236}">
                <a16:creationId xmlns:a16="http://schemas.microsoft.com/office/drawing/2014/main" id="{94FBF14E-3929-942F-1318-4939A0A3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122D3630-A71E-791A-EB55-F076B1C5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Animated Example</a:t>
            </a:r>
          </a:p>
        </p:txBody>
      </p:sp>
      <p:sp>
        <p:nvSpPr>
          <p:cNvPr id="250883" name="Text Box 3">
            <a:extLst>
              <a:ext uri="{FF2B5EF4-FFF2-40B4-BE49-F238E27FC236}">
                <a16:creationId xmlns:a16="http://schemas.microsoft.com/office/drawing/2014/main" id="{341CC181-BD86-B7D2-16B5-AFDEADD1C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0884" name="Text Box 4">
            <a:extLst>
              <a:ext uri="{FF2B5EF4-FFF2-40B4-BE49-F238E27FC236}">
                <a16:creationId xmlns:a16="http://schemas.microsoft.com/office/drawing/2014/main" id="{AD29F9B1-052C-E943-487C-B0FA6B19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0885" name="Text Box 5">
            <a:extLst>
              <a:ext uri="{FF2B5EF4-FFF2-40B4-BE49-F238E27FC236}">
                <a16:creationId xmlns:a16="http://schemas.microsoft.com/office/drawing/2014/main" id="{6EBBD871-B9BB-C37B-AB7A-199867B5E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0886" name="Text Box 6">
            <a:extLst>
              <a:ext uri="{FF2B5EF4-FFF2-40B4-BE49-F238E27FC236}">
                <a16:creationId xmlns:a16="http://schemas.microsoft.com/office/drawing/2014/main" id="{CEC0BA54-2CCB-303F-4E16-C2F2F3E5B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0887" name="Text Box 7">
            <a:extLst>
              <a:ext uri="{FF2B5EF4-FFF2-40B4-BE49-F238E27FC236}">
                <a16:creationId xmlns:a16="http://schemas.microsoft.com/office/drawing/2014/main" id="{CACBC6CE-EAF9-8CBB-4746-55FEA1BEA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0888" name="Text Box 8">
            <a:extLst>
              <a:ext uri="{FF2B5EF4-FFF2-40B4-BE49-F238E27FC236}">
                <a16:creationId xmlns:a16="http://schemas.microsoft.com/office/drawing/2014/main" id="{8A299D16-BA09-D713-3A98-7EA725229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0889" name="Text Box 9">
            <a:extLst>
              <a:ext uri="{FF2B5EF4-FFF2-40B4-BE49-F238E27FC236}">
                <a16:creationId xmlns:a16="http://schemas.microsoft.com/office/drawing/2014/main" id="{48567257-9175-AFA2-4F69-05D4EF7F2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0890" name="Text Box 10">
            <a:extLst>
              <a:ext uri="{FF2B5EF4-FFF2-40B4-BE49-F238E27FC236}">
                <a16:creationId xmlns:a16="http://schemas.microsoft.com/office/drawing/2014/main" id="{98583F80-3AEC-A133-E866-750CBC47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0891" name="Text Box 11">
            <a:extLst>
              <a:ext uri="{FF2B5EF4-FFF2-40B4-BE49-F238E27FC236}">
                <a16:creationId xmlns:a16="http://schemas.microsoft.com/office/drawing/2014/main" id="{5EF689E6-0A91-8366-64A1-A402E6956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0892" name="Text Box 12">
            <a:extLst>
              <a:ext uri="{FF2B5EF4-FFF2-40B4-BE49-F238E27FC236}">
                <a16:creationId xmlns:a16="http://schemas.microsoft.com/office/drawing/2014/main" id="{3343E960-7D95-9A9B-7466-97D389D0E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0893" name="Text Box 13">
            <a:extLst>
              <a:ext uri="{FF2B5EF4-FFF2-40B4-BE49-F238E27FC236}">
                <a16:creationId xmlns:a16="http://schemas.microsoft.com/office/drawing/2014/main" id="{7A3FBC11-8C1F-376C-3F23-5B2107C05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0894" name="Text Box 14">
            <a:extLst>
              <a:ext uri="{FF2B5EF4-FFF2-40B4-BE49-F238E27FC236}">
                <a16:creationId xmlns:a16="http://schemas.microsoft.com/office/drawing/2014/main" id="{5E288483-CBB0-158C-8AAF-DED362B76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50895" name="Text Box 15">
            <a:extLst>
              <a:ext uri="{FF2B5EF4-FFF2-40B4-BE49-F238E27FC236}">
                <a16:creationId xmlns:a16="http://schemas.microsoft.com/office/drawing/2014/main" id="{FA1A11F3-878F-D06B-9CD2-9B4DC55FE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50896" name="Text Box 16">
            <a:extLst>
              <a:ext uri="{FF2B5EF4-FFF2-40B4-BE49-F238E27FC236}">
                <a16:creationId xmlns:a16="http://schemas.microsoft.com/office/drawing/2014/main" id="{68BF7B19-30C0-5ED2-487F-5C45E294E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0897" name="Text Box 17">
            <a:extLst>
              <a:ext uri="{FF2B5EF4-FFF2-40B4-BE49-F238E27FC236}">
                <a16:creationId xmlns:a16="http://schemas.microsoft.com/office/drawing/2014/main" id="{C2CDEFDE-4A92-ECC2-7CD1-581CF5692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0898" name="Group 18">
            <a:extLst>
              <a:ext uri="{FF2B5EF4-FFF2-40B4-BE49-F238E27FC236}">
                <a16:creationId xmlns:a16="http://schemas.microsoft.com/office/drawing/2014/main" id="{A5211BF1-F804-B934-AAF6-5B2409FD6BA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70550" y="4138613"/>
            <a:ext cx="590550" cy="446087"/>
            <a:chOff x="1760" y="2424"/>
            <a:chExt cx="372" cy="502"/>
          </a:xfrm>
        </p:grpSpPr>
        <p:sp>
          <p:nvSpPr>
            <p:cNvPr id="250899" name="Line 19">
              <a:extLst>
                <a:ext uri="{FF2B5EF4-FFF2-40B4-BE49-F238E27FC236}">
                  <a16:creationId xmlns:a16="http://schemas.microsoft.com/office/drawing/2014/main" id="{DB9C6DF2-361A-F30B-621B-78E143079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0" name="Line 20">
              <a:extLst>
                <a:ext uri="{FF2B5EF4-FFF2-40B4-BE49-F238E27FC236}">
                  <a16:creationId xmlns:a16="http://schemas.microsoft.com/office/drawing/2014/main" id="{C025D9AA-9D3C-3039-D912-D7BE44627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901" name="Line 21">
              <a:extLst>
                <a:ext uri="{FF2B5EF4-FFF2-40B4-BE49-F238E27FC236}">
                  <a16:creationId xmlns:a16="http://schemas.microsoft.com/office/drawing/2014/main" id="{11EF2831-8DFA-A6CF-C627-2CC13B00C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0902" name="Text Box 22">
            <a:extLst>
              <a:ext uri="{FF2B5EF4-FFF2-40B4-BE49-F238E27FC236}">
                <a16:creationId xmlns:a16="http://schemas.microsoft.com/office/drawing/2014/main" id="{A35C667E-2432-2141-A3DF-9ED22F119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3" y="3643313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  <p:sp>
        <p:nvSpPr>
          <p:cNvPr id="250903" name="Text Box 23">
            <a:extLst>
              <a:ext uri="{FF2B5EF4-FFF2-40B4-BE49-F238E27FC236}">
                <a16:creationId xmlns:a16="http://schemas.microsoft.com/office/drawing/2014/main" id="{CFDE0AA9-DF24-8D18-55A3-B4552C402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0904" name="Text Box 24">
            <a:extLst>
              <a:ext uri="{FF2B5EF4-FFF2-40B4-BE49-F238E27FC236}">
                <a16:creationId xmlns:a16="http://schemas.microsoft.com/office/drawing/2014/main" id="{3270799D-4DB8-9A75-D689-D07301EBA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58F951A4-EB19-8277-E231-D609E9D1D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First Pass of Outer Loop</a:t>
            </a:r>
          </a:p>
        </p:txBody>
      </p:sp>
      <p:sp>
        <p:nvSpPr>
          <p:cNvPr id="251907" name="Text Box 3">
            <a:extLst>
              <a:ext uri="{FF2B5EF4-FFF2-40B4-BE49-F238E27FC236}">
                <a16:creationId xmlns:a16="http://schemas.microsoft.com/office/drawing/2014/main" id="{EC5D686B-4273-EA47-CFC7-4A071B931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1908" name="Text Box 4">
            <a:extLst>
              <a:ext uri="{FF2B5EF4-FFF2-40B4-BE49-F238E27FC236}">
                <a16:creationId xmlns:a16="http://schemas.microsoft.com/office/drawing/2014/main" id="{28DF1BF0-69C2-80AE-68B8-1ACD6616F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1909" name="Text Box 5">
            <a:extLst>
              <a:ext uri="{FF2B5EF4-FFF2-40B4-BE49-F238E27FC236}">
                <a16:creationId xmlns:a16="http://schemas.microsoft.com/office/drawing/2014/main" id="{3B459CCC-F063-9601-A4B4-A59979791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1910" name="Text Box 6">
            <a:extLst>
              <a:ext uri="{FF2B5EF4-FFF2-40B4-BE49-F238E27FC236}">
                <a16:creationId xmlns:a16="http://schemas.microsoft.com/office/drawing/2014/main" id="{C6659095-A43C-0715-2B9E-8C825BDD9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1911" name="Text Box 7">
            <a:extLst>
              <a:ext uri="{FF2B5EF4-FFF2-40B4-BE49-F238E27FC236}">
                <a16:creationId xmlns:a16="http://schemas.microsoft.com/office/drawing/2014/main" id="{890959E8-0F30-B4CE-98B9-684547F78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1912" name="Text Box 8">
            <a:extLst>
              <a:ext uri="{FF2B5EF4-FFF2-40B4-BE49-F238E27FC236}">
                <a16:creationId xmlns:a16="http://schemas.microsoft.com/office/drawing/2014/main" id="{F1D64E8A-90ED-C8E2-E52D-DEB8FB29B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1913" name="Text Box 9">
            <a:extLst>
              <a:ext uri="{FF2B5EF4-FFF2-40B4-BE49-F238E27FC236}">
                <a16:creationId xmlns:a16="http://schemas.microsoft.com/office/drawing/2014/main" id="{CEE0FF42-628C-DC37-2C4E-EDA59D779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1914" name="Text Box 10">
            <a:extLst>
              <a:ext uri="{FF2B5EF4-FFF2-40B4-BE49-F238E27FC236}">
                <a16:creationId xmlns:a16="http://schemas.microsoft.com/office/drawing/2014/main" id="{78F21FDC-0CA1-9658-1CAF-F64B8AE35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1915" name="Text Box 11">
            <a:extLst>
              <a:ext uri="{FF2B5EF4-FFF2-40B4-BE49-F238E27FC236}">
                <a16:creationId xmlns:a16="http://schemas.microsoft.com/office/drawing/2014/main" id="{38C5ABDB-D245-3199-195B-D5CBC1AE1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1916" name="Text Box 12">
            <a:extLst>
              <a:ext uri="{FF2B5EF4-FFF2-40B4-BE49-F238E27FC236}">
                <a16:creationId xmlns:a16="http://schemas.microsoft.com/office/drawing/2014/main" id="{8C8B5743-C268-8B3A-1D3B-EB7401BFF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1917" name="Text Box 13">
            <a:extLst>
              <a:ext uri="{FF2B5EF4-FFF2-40B4-BE49-F238E27FC236}">
                <a16:creationId xmlns:a16="http://schemas.microsoft.com/office/drawing/2014/main" id="{DAF8149A-C65C-0C35-3E48-89A6CBE77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1918" name="Text Box 14">
            <a:extLst>
              <a:ext uri="{FF2B5EF4-FFF2-40B4-BE49-F238E27FC236}">
                <a16:creationId xmlns:a16="http://schemas.microsoft.com/office/drawing/2014/main" id="{0D9D1F82-98FC-1983-2637-14D7EBCFA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51919" name="Text Box 15">
            <a:extLst>
              <a:ext uri="{FF2B5EF4-FFF2-40B4-BE49-F238E27FC236}">
                <a16:creationId xmlns:a16="http://schemas.microsoft.com/office/drawing/2014/main" id="{F21EFDB5-5297-3F77-A47A-33776B03B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251920" name="Text Box 16">
            <a:extLst>
              <a:ext uri="{FF2B5EF4-FFF2-40B4-BE49-F238E27FC236}">
                <a16:creationId xmlns:a16="http://schemas.microsoft.com/office/drawing/2014/main" id="{7995657C-D4C9-E378-FF5C-3DE4E98E5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1921" name="Text Box 17">
            <a:extLst>
              <a:ext uri="{FF2B5EF4-FFF2-40B4-BE49-F238E27FC236}">
                <a16:creationId xmlns:a16="http://schemas.microsoft.com/office/drawing/2014/main" id="{740429BE-55E1-25EB-3435-8BDD3EA11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1922" name="Group 18">
            <a:extLst>
              <a:ext uri="{FF2B5EF4-FFF2-40B4-BE49-F238E27FC236}">
                <a16:creationId xmlns:a16="http://schemas.microsoft.com/office/drawing/2014/main" id="{CAABD0B6-81D9-63C5-B6CD-69FE3116341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6254750" y="4138613"/>
            <a:ext cx="590550" cy="446087"/>
            <a:chOff x="1760" y="2424"/>
            <a:chExt cx="372" cy="502"/>
          </a:xfrm>
        </p:grpSpPr>
        <p:sp>
          <p:nvSpPr>
            <p:cNvPr id="251923" name="Line 19">
              <a:extLst>
                <a:ext uri="{FF2B5EF4-FFF2-40B4-BE49-F238E27FC236}">
                  <a16:creationId xmlns:a16="http://schemas.microsoft.com/office/drawing/2014/main" id="{D011E4DD-BF66-E462-C4B4-9FC0A7B9E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24" name="Line 20">
              <a:extLst>
                <a:ext uri="{FF2B5EF4-FFF2-40B4-BE49-F238E27FC236}">
                  <a16:creationId xmlns:a16="http://schemas.microsoft.com/office/drawing/2014/main" id="{0B916F3B-4526-828E-2E4E-C1CBAE5DA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925" name="Line 21">
              <a:extLst>
                <a:ext uri="{FF2B5EF4-FFF2-40B4-BE49-F238E27FC236}">
                  <a16:creationId xmlns:a16="http://schemas.microsoft.com/office/drawing/2014/main" id="{21490587-A83C-2910-3A71-5304CFC02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1927" name="Text Box 23">
            <a:extLst>
              <a:ext uri="{FF2B5EF4-FFF2-40B4-BE49-F238E27FC236}">
                <a16:creationId xmlns:a16="http://schemas.microsoft.com/office/drawing/2014/main" id="{E5F726A1-1046-C97F-0849-D862A850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00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Finished first “Bubble Up”</a:t>
            </a:r>
          </a:p>
        </p:txBody>
      </p:sp>
      <p:sp>
        <p:nvSpPr>
          <p:cNvPr id="251928" name="Text Box 24">
            <a:extLst>
              <a:ext uri="{FF2B5EF4-FFF2-40B4-BE49-F238E27FC236}">
                <a16:creationId xmlns:a16="http://schemas.microsoft.com/office/drawing/2014/main" id="{60FFCAF9-A49F-1CD7-F01C-1C5F518CC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1929" name="Text Box 25">
            <a:extLst>
              <a:ext uri="{FF2B5EF4-FFF2-40B4-BE49-F238E27FC236}">
                <a16:creationId xmlns:a16="http://schemas.microsoft.com/office/drawing/2014/main" id="{D8816A9D-621B-3FF9-A79D-D54E040A9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06B2344C-B6A2-C946-7C7C-F28A29E6B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2931" name="Text Box 3">
            <a:extLst>
              <a:ext uri="{FF2B5EF4-FFF2-40B4-BE49-F238E27FC236}">
                <a16:creationId xmlns:a16="http://schemas.microsoft.com/office/drawing/2014/main" id="{4DC9B0E2-E44E-5C74-CF16-772EA7DAD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2932" name="Text Box 4">
            <a:extLst>
              <a:ext uri="{FF2B5EF4-FFF2-40B4-BE49-F238E27FC236}">
                <a16:creationId xmlns:a16="http://schemas.microsoft.com/office/drawing/2014/main" id="{2C0BA4C8-257C-0B5E-8BA5-EF9EA5B9C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2933" name="Text Box 5">
            <a:extLst>
              <a:ext uri="{FF2B5EF4-FFF2-40B4-BE49-F238E27FC236}">
                <a16:creationId xmlns:a16="http://schemas.microsoft.com/office/drawing/2014/main" id="{27D1193F-66BD-64FA-4352-7169A90D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2934" name="Text Box 6">
            <a:extLst>
              <a:ext uri="{FF2B5EF4-FFF2-40B4-BE49-F238E27FC236}">
                <a16:creationId xmlns:a16="http://schemas.microsoft.com/office/drawing/2014/main" id="{A97C27D0-0B3B-94D0-B308-F6C81239E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2935" name="Text Box 7">
            <a:extLst>
              <a:ext uri="{FF2B5EF4-FFF2-40B4-BE49-F238E27FC236}">
                <a16:creationId xmlns:a16="http://schemas.microsoft.com/office/drawing/2014/main" id="{0E8C49CE-DD4E-1C5F-8684-76E261094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2936" name="Text Box 8">
            <a:extLst>
              <a:ext uri="{FF2B5EF4-FFF2-40B4-BE49-F238E27FC236}">
                <a16:creationId xmlns:a16="http://schemas.microsoft.com/office/drawing/2014/main" id="{E7D7F461-0A64-F1C5-3257-998472FFC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2937" name="Text Box 9">
            <a:extLst>
              <a:ext uri="{FF2B5EF4-FFF2-40B4-BE49-F238E27FC236}">
                <a16:creationId xmlns:a16="http://schemas.microsoft.com/office/drawing/2014/main" id="{FBF3C4D7-F653-1BC8-C30A-CB920C4D6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2938" name="Text Box 10">
            <a:extLst>
              <a:ext uri="{FF2B5EF4-FFF2-40B4-BE49-F238E27FC236}">
                <a16:creationId xmlns:a16="http://schemas.microsoft.com/office/drawing/2014/main" id="{F6B3B02F-92F4-1D56-D5E2-C82F6D349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2939" name="Text Box 11">
            <a:extLst>
              <a:ext uri="{FF2B5EF4-FFF2-40B4-BE49-F238E27FC236}">
                <a16:creationId xmlns:a16="http://schemas.microsoft.com/office/drawing/2014/main" id="{906869C1-F5FB-915B-F66D-D84F5720C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2940" name="Text Box 12">
            <a:extLst>
              <a:ext uri="{FF2B5EF4-FFF2-40B4-BE49-F238E27FC236}">
                <a16:creationId xmlns:a16="http://schemas.microsoft.com/office/drawing/2014/main" id="{9842942C-841D-D41B-4849-B36218BB2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2941" name="Text Box 13">
            <a:extLst>
              <a:ext uri="{FF2B5EF4-FFF2-40B4-BE49-F238E27FC236}">
                <a16:creationId xmlns:a16="http://schemas.microsoft.com/office/drawing/2014/main" id="{A1EDBB09-AB80-E389-A231-30CCA083E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2942" name="Text Box 14">
            <a:extLst>
              <a:ext uri="{FF2B5EF4-FFF2-40B4-BE49-F238E27FC236}">
                <a16:creationId xmlns:a16="http://schemas.microsoft.com/office/drawing/2014/main" id="{9B710A1C-76B9-EA33-C331-BABD3B798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2943" name="Text Box 15">
            <a:extLst>
              <a:ext uri="{FF2B5EF4-FFF2-40B4-BE49-F238E27FC236}">
                <a16:creationId xmlns:a16="http://schemas.microsoft.com/office/drawing/2014/main" id="{784AAB89-679D-0D0B-D367-9095D6695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52944" name="Text Box 16">
            <a:extLst>
              <a:ext uri="{FF2B5EF4-FFF2-40B4-BE49-F238E27FC236}">
                <a16:creationId xmlns:a16="http://schemas.microsoft.com/office/drawing/2014/main" id="{D160B186-64A6-58B2-0F65-5E621A29F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2945" name="Text Box 17">
            <a:extLst>
              <a:ext uri="{FF2B5EF4-FFF2-40B4-BE49-F238E27FC236}">
                <a16:creationId xmlns:a16="http://schemas.microsoft.com/office/drawing/2014/main" id="{FC22579F-818D-B504-B878-3CB1C7748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2946" name="Group 18">
            <a:extLst>
              <a:ext uri="{FF2B5EF4-FFF2-40B4-BE49-F238E27FC236}">
                <a16:creationId xmlns:a16="http://schemas.microsoft.com/office/drawing/2014/main" id="{94DD51AA-811C-B3CB-5426-5692B7FC832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52947" name="Line 19">
              <a:extLst>
                <a:ext uri="{FF2B5EF4-FFF2-40B4-BE49-F238E27FC236}">
                  <a16:creationId xmlns:a16="http://schemas.microsoft.com/office/drawing/2014/main" id="{DC07D5B6-7457-4638-C98B-55B00D069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948" name="Line 20">
              <a:extLst>
                <a:ext uri="{FF2B5EF4-FFF2-40B4-BE49-F238E27FC236}">
                  <a16:creationId xmlns:a16="http://schemas.microsoft.com/office/drawing/2014/main" id="{522B3C61-74B8-E1E0-771A-87DF3994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949" name="Line 21">
              <a:extLst>
                <a:ext uri="{FF2B5EF4-FFF2-40B4-BE49-F238E27FC236}">
                  <a16:creationId xmlns:a16="http://schemas.microsoft.com/office/drawing/2014/main" id="{F6F48913-3E41-46F7-7EED-737DF6BE0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2951" name="Text Box 23">
            <a:extLst>
              <a:ext uri="{FF2B5EF4-FFF2-40B4-BE49-F238E27FC236}">
                <a16:creationId xmlns:a16="http://schemas.microsoft.com/office/drawing/2014/main" id="{F146B649-F4B0-B04B-6B6E-17E64A2D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2952" name="Text Box 24">
            <a:extLst>
              <a:ext uri="{FF2B5EF4-FFF2-40B4-BE49-F238E27FC236}">
                <a16:creationId xmlns:a16="http://schemas.microsoft.com/office/drawing/2014/main" id="{410FC0A2-45F7-FF6A-33F3-E8E3D8EC7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BE72FC1F-EA34-F674-1C3D-BE150C40E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3955" name="Text Box 3">
            <a:extLst>
              <a:ext uri="{FF2B5EF4-FFF2-40B4-BE49-F238E27FC236}">
                <a16:creationId xmlns:a16="http://schemas.microsoft.com/office/drawing/2014/main" id="{C5AEF0A0-45E6-6E4A-BE27-EFD1ABAD1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3956" name="Text Box 4">
            <a:extLst>
              <a:ext uri="{FF2B5EF4-FFF2-40B4-BE49-F238E27FC236}">
                <a16:creationId xmlns:a16="http://schemas.microsoft.com/office/drawing/2014/main" id="{245732DC-5987-4A88-87F3-548A8213C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3957" name="Text Box 5">
            <a:extLst>
              <a:ext uri="{FF2B5EF4-FFF2-40B4-BE49-F238E27FC236}">
                <a16:creationId xmlns:a16="http://schemas.microsoft.com/office/drawing/2014/main" id="{B22D8FC8-1D03-B756-B04A-169015158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3958" name="Text Box 6">
            <a:extLst>
              <a:ext uri="{FF2B5EF4-FFF2-40B4-BE49-F238E27FC236}">
                <a16:creationId xmlns:a16="http://schemas.microsoft.com/office/drawing/2014/main" id="{50DBDF87-ECF2-027B-E165-1BC767A4B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3959" name="Text Box 7">
            <a:extLst>
              <a:ext uri="{FF2B5EF4-FFF2-40B4-BE49-F238E27FC236}">
                <a16:creationId xmlns:a16="http://schemas.microsoft.com/office/drawing/2014/main" id="{BF498E49-25ED-BEB9-AB65-0D7E2A5F4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3960" name="Text Box 8">
            <a:extLst>
              <a:ext uri="{FF2B5EF4-FFF2-40B4-BE49-F238E27FC236}">
                <a16:creationId xmlns:a16="http://schemas.microsoft.com/office/drawing/2014/main" id="{BE145350-FF8E-3287-9907-BFED0001A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3961" name="Text Box 9">
            <a:extLst>
              <a:ext uri="{FF2B5EF4-FFF2-40B4-BE49-F238E27FC236}">
                <a16:creationId xmlns:a16="http://schemas.microsoft.com/office/drawing/2014/main" id="{0DF6E5A5-72CE-0D30-E8A2-F3A5274E1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3962" name="Text Box 10">
            <a:extLst>
              <a:ext uri="{FF2B5EF4-FFF2-40B4-BE49-F238E27FC236}">
                <a16:creationId xmlns:a16="http://schemas.microsoft.com/office/drawing/2014/main" id="{AC1BB19B-BF33-525B-A688-22C7E5DDE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3963" name="Text Box 11">
            <a:extLst>
              <a:ext uri="{FF2B5EF4-FFF2-40B4-BE49-F238E27FC236}">
                <a16:creationId xmlns:a16="http://schemas.microsoft.com/office/drawing/2014/main" id="{BF107D7F-6C71-3BC5-A6D8-988EED6BB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3964" name="Text Box 12">
            <a:extLst>
              <a:ext uri="{FF2B5EF4-FFF2-40B4-BE49-F238E27FC236}">
                <a16:creationId xmlns:a16="http://schemas.microsoft.com/office/drawing/2014/main" id="{121D0F1A-7C3F-618B-99D6-A0C8104E7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3965" name="Text Box 13">
            <a:extLst>
              <a:ext uri="{FF2B5EF4-FFF2-40B4-BE49-F238E27FC236}">
                <a16:creationId xmlns:a16="http://schemas.microsoft.com/office/drawing/2014/main" id="{4A60DC90-FD58-45F1-323C-F10A7AD72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3966" name="Text Box 14">
            <a:extLst>
              <a:ext uri="{FF2B5EF4-FFF2-40B4-BE49-F238E27FC236}">
                <a16:creationId xmlns:a16="http://schemas.microsoft.com/office/drawing/2014/main" id="{3AA3DC34-6FDB-BB65-121C-1392705D2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3967" name="Text Box 15">
            <a:extLst>
              <a:ext uri="{FF2B5EF4-FFF2-40B4-BE49-F238E27FC236}">
                <a16:creationId xmlns:a16="http://schemas.microsoft.com/office/drawing/2014/main" id="{D1B656AE-70CC-9742-3B2E-8E06D4F83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53968" name="Text Box 16">
            <a:extLst>
              <a:ext uri="{FF2B5EF4-FFF2-40B4-BE49-F238E27FC236}">
                <a16:creationId xmlns:a16="http://schemas.microsoft.com/office/drawing/2014/main" id="{881C3141-E17A-A04B-B2D8-A6631B5FA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3969" name="Text Box 17">
            <a:extLst>
              <a:ext uri="{FF2B5EF4-FFF2-40B4-BE49-F238E27FC236}">
                <a16:creationId xmlns:a16="http://schemas.microsoft.com/office/drawing/2014/main" id="{4256166E-6F34-159E-AF14-2C76F356D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3970" name="Group 18">
            <a:extLst>
              <a:ext uri="{FF2B5EF4-FFF2-40B4-BE49-F238E27FC236}">
                <a16:creationId xmlns:a16="http://schemas.microsoft.com/office/drawing/2014/main" id="{CAB39C29-763F-9DE0-2C0B-B07BADC6D4B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53971" name="Line 19">
              <a:extLst>
                <a:ext uri="{FF2B5EF4-FFF2-40B4-BE49-F238E27FC236}">
                  <a16:creationId xmlns:a16="http://schemas.microsoft.com/office/drawing/2014/main" id="{99C04814-3773-D379-D099-6C2E5D606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3972" name="Line 20">
              <a:extLst>
                <a:ext uri="{FF2B5EF4-FFF2-40B4-BE49-F238E27FC236}">
                  <a16:creationId xmlns:a16="http://schemas.microsoft.com/office/drawing/2014/main" id="{254F7721-0465-2EB2-F494-BDDF14AA3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3973" name="Line 21">
              <a:extLst>
                <a:ext uri="{FF2B5EF4-FFF2-40B4-BE49-F238E27FC236}">
                  <a16:creationId xmlns:a16="http://schemas.microsoft.com/office/drawing/2014/main" id="{A51C8015-E7AF-6400-9D64-136A7CC13A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3974" name="Text Box 22">
            <a:extLst>
              <a:ext uri="{FF2B5EF4-FFF2-40B4-BE49-F238E27FC236}">
                <a16:creationId xmlns:a16="http://schemas.microsoft.com/office/drawing/2014/main" id="{3FAB6E0C-1A84-10E2-9674-C7D43CE56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3975" name="Text Box 23">
            <a:extLst>
              <a:ext uri="{FF2B5EF4-FFF2-40B4-BE49-F238E27FC236}">
                <a16:creationId xmlns:a16="http://schemas.microsoft.com/office/drawing/2014/main" id="{CEA06B4C-0C44-D22E-02B3-A4E9EF67C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253976" name="Text Box 24">
            <a:extLst>
              <a:ext uri="{FF2B5EF4-FFF2-40B4-BE49-F238E27FC236}">
                <a16:creationId xmlns:a16="http://schemas.microsoft.com/office/drawing/2014/main" id="{BAD73914-A062-F05F-CB22-BDCDBE1ED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44FBD28C-AA0B-96AB-C0F4-666031DAA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6003" name="Text Box 3">
            <a:extLst>
              <a:ext uri="{FF2B5EF4-FFF2-40B4-BE49-F238E27FC236}">
                <a16:creationId xmlns:a16="http://schemas.microsoft.com/office/drawing/2014/main" id="{AC612014-3B8E-FFD1-FA06-1218036D9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6004" name="Text Box 4">
            <a:extLst>
              <a:ext uri="{FF2B5EF4-FFF2-40B4-BE49-F238E27FC236}">
                <a16:creationId xmlns:a16="http://schemas.microsoft.com/office/drawing/2014/main" id="{789CAEE6-7048-C278-C0F9-A9CB35AB4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6005" name="Text Box 5">
            <a:extLst>
              <a:ext uri="{FF2B5EF4-FFF2-40B4-BE49-F238E27FC236}">
                <a16:creationId xmlns:a16="http://schemas.microsoft.com/office/drawing/2014/main" id="{FF88EBAF-AE1F-F224-A01F-E1D9FA5D0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6006" name="Text Box 6">
            <a:extLst>
              <a:ext uri="{FF2B5EF4-FFF2-40B4-BE49-F238E27FC236}">
                <a16:creationId xmlns:a16="http://schemas.microsoft.com/office/drawing/2014/main" id="{E484AB37-3F56-73AD-9D9B-7A5277E8D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6007" name="Text Box 7">
            <a:extLst>
              <a:ext uri="{FF2B5EF4-FFF2-40B4-BE49-F238E27FC236}">
                <a16:creationId xmlns:a16="http://schemas.microsoft.com/office/drawing/2014/main" id="{1892B829-E737-223E-34E0-6858BF2E6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6008" name="Text Box 8">
            <a:extLst>
              <a:ext uri="{FF2B5EF4-FFF2-40B4-BE49-F238E27FC236}">
                <a16:creationId xmlns:a16="http://schemas.microsoft.com/office/drawing/2014/main" id="{1DE44145-828B-E427-B16B-87653A4D1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6009" name="Text Box 9">
            <a:extLst>
              <a:ext uri="{FF2B5EF4-FFF2-40B4-BE49-F238E27FC236}">
                <a16:creationId xmlns:a16="http://schemas.microsoft.com/office/drawing/2014/main" id="{D6808866-367B-F303-76B7-58A086AD5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6010" name="Text Box 10">
            <a:extLst>
              <a:ext uri="{FF2B5EF4-FFF2-40B4-BE49-F238E27FC236}">
                <a16:creationId xmlns:a16="http://schemas.microsoft.com/office/drawing/2014/main" id="{BDD5CBEF-ECA3-F176-9C50-F43156779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6011" name="Text Box 11">
            <a:extLst>
              <a:ext uri="{FF2B5EF4-FFF2-40B4-BE49-F238E27FC236}">
                <a16:creationId xmlns:a16="http://schemas.microsoft.com/office/drawing/2014/main" id="{01D3477D-6225-A249-475B-4BF4DFCF5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6012" name="Text Box 12">
            <a:extLst>
              <a:ext uri="{FF2B5EF4-FFF2-40B4-BE49-F238E27FC236}">
                <a16:creationId xmlns:a16="http://schemas.microsoft.com/office/drawing/2014/main" id="{9CEF1B17-FE25-82B3-3675-8B39EBAEC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6013" name="Text Box 13">
            <a:extLst>
              <a:ext uri="{FF2B5EF4-FFF2-40B4-BE49-F238E27FC236}">
                <a16:creationId xmlns:a16="http://schemas.microsoft.com/office/drawing/2014/main" id="{9445CCB2-601A-BA77-AF30-4CE139FFA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6014" name="Text Box 14">
            <a:extLst>
              <a:ext uri="{FF2B5EF4-FFF2-40B4-BE49-F238E27FC236}">
                <a16:creationId xmlns:a16="http://schemas.microsoft.com/office/drawing/2014/main" id="{F40F91E2-B32D-F6C9-2DFB-E4E1D9E36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6015" name="Text Box 15">
            <a:extLst>
              <a:ext uri="{FF2B5EF4-FFF2-40B4-BE49-F238E27FC236}">
                <a16:creationId xmlns:a16="http://schemas.microsoft.com/office/drawing/2014/main" id="{D944396D-BB1D-9D43-53E1-5F5911833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56016" name="Text Box 16">
            <a:extLst>
              <a:ext uri="{FF2B5EF4-FFF2-40B4-BE49-F238E27FC236}">
                <a16:creationId xmlns:a16="http://schemas.microsoft.com/office/drawing/2014/main" id="{87D961D8-3898-C601-FAA8-A1AB111CC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6017" name="Text Box 17">
            <a:extLst>
              <a:ext uri="{FF2B5EF4-FFF2-40B4-BE49-F238E27FC236}">
                <a16:creationId xmlns:a16="http://schemas.microsoft.com/office/drawing/2014/main" id="{C07E4B01-E95C-E962-0797-D17669350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6018" name="Group 18">
            <a:extLst>
              <a:ext uri="{FF2B5EF4-FFF2-40B4-BE49-F238E27FC236}">
                <a16:creationId xmlns:a16="http://schemas.microsoft.com/office/drawing/2014/main" id="{8CC32B23-E7EB-F449-3C74-5DD36688A56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56019" name="Line 19">
              <a:extLst>
                <a:ext uri="{FF2B5EF4-FFF2-40B4-BE49-F238E27FC236}">
                  <a16:creationId xmlns:a16="http://schemas.microsoft.com/office/drawing/2014/main" id="{277DBE8D-C827-5968-D563-4BC5C1084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20" name="Line 20">
              <a:extLst>
                <a:ext uri="{FF2B5EF4-FFF2-40B4-BE49-F238E27FC236}">
                  <a16:creationId xmlns:a16="http://schemas.microsoft.com/office/drawing/2014/main" id="{1ECC340A-7626-F10E-5E1B-A5D627A4E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21" name="Line 21">
              <a:extLst>
                <a:ext uri="{FF2B5EF4-FFF2-40B4-BE49-F238E27FC236}">
                  <a16:creationId xmlns:a16="http://schemas.microsoft.com/office/drawing/2014/main" id="{D9B55F17-27BC-9D47-771C-3E3ED75E3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022" name="Text Box 22">
            <a:extLst>
              <a:ext uri="{FF2B5EF4-FFF2-40B4-BE49-F238E27FC236}">
                <a16:creationId xmlns:a16="http://schemas.microsoft.com/office/drawing/2014/main" id="{B5F9C81E-E70D-2CCA-21E5-1B134DB8D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6023" name="Text Box 23">
            <a:extLst>
              <a:ext uri="{FF2B5EF4-FFF2-40B4-BE49-F238E27FC236}">
                <a16:creationId xmlns:a16="http://schemas.microsoft.com/office/drawing/2014/main" id="{53D7EE54-01AC-721A-5D6A-FC030413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8FF866F6-ED71-7095-A2A2-21C053F8B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7027" name="Text Box 3">
            <a:extLst>
              <a:ext uri="{FF2B5EF4-FFF2-40B4-BE49-F238E27FC236}">
                <a16:creationId xmlns:a16="http://schemas.microsoft.com/office/drawing/2014/main" id="{328792E3-4DDC-FD48-0605-37634B4E0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7028" name="Text Box 4">
            <a:extLst>
              <a:ext uri="{FF2B5EF4-FFF2-40B4-BE49-F238E27FC236}">
                <a16:creationId xmlns:a16="http://schemas.microsoft.com/office/drawing/2014/main" id="{A07A385B-2096-F050-8762-3CC04917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7029" name="Text Box 5">
            <a:extLst>
              <a:ext uri="{FF2B5EF4-FFF2-40B4-BE49-F238E27FC236}">
                <a16:creationId xmlns:a16="http://schemas.microsoft.com/office/drawing/2014/main" id="{80F6DDE2-D7D5-538D-6E01-054D18604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7030" name="Text Box 6">
            <a:extLst>
              <a:ext uri="{FF2B5EF4-FFF2-40B4-BE49-F238E27FC236}">
                <a16:creationId xmlns:a16="http://schemas.microsoft.com/office/drawing/2014/main" id="{284259EF-0E4A-736D-5605-DBE31F8BC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7031" name="Text Box 7">
            <a:extLst>
              <a:ext uri="{FF2B5EF4-FFF2-40B4-BE49-F238E27FC236}">
                <a16:creationId xmlns:a16="http://schemas.microsoft.com/office/drawing/2014/main" id="{7EACA02E-F3DD-2879-B1CB-103C4025A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7032" name="Text Box 8">
            <a:extLst>
              <a:ext uri="{FF2B5EF4-FFF2-40B4-BE49-F238E27FC236}">
                <a16:creationId xmlns:a16="http://schemas.microsoft.com/office/drawing/2014/main" id="{7E18FF1F-03A1-4F99-A76D-C50644862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7033" name="Text Box 9">
            <a:extLst>
              <a:ext uri="{FF2B5EF4-FFF2-40B4-BE49-F238E27FC236}">
                <a16:creationId xmlns:a16="http://schemas.microsoft.com/office/drawing/2014/main" id="{44B6E5B6-7AA3-0532-7C3E-ED29BC2ED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7034" name="Text Box 10">
            <a:extLst>
              <a:ext uri="{FF2B5EF4-FFF2-40B4-BE49-F238E27FC236}">
                <a16:creationId xmlns:a16="http://schemas.microsoft.com/office/drawing/2014/main" id="{50E7AFB9-7F59-FEDD-A153-545ADB733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7035" name="Text Box 11">
            <a:extLst>
              <a:ext uri="{FF2B5EF4-FFF2-40B4-BE49-F238E27FC236}">
                <a16:creationId xmlns:a16="http://schemas.microsoft.com/office/drawing/2014/main" id="{388978AC-F279-818A-7490-ECFD1562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7036" name="Text Box 12">
            <a:extLst>
              <a:ext uri="{FF2B5EF4-FFF2-40B4-BE49-F238E27FC236}">
                <a16:creationId xmlns:a16="http://schemas.microsoft.com/office/drawing/2014/main" id="{3245B372-40A3-4965-B2F0-607B02D3F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7037" name="Text Box 13">
            <a:extLst>
              <a:ext uri="{FF2B5EF4-FFF2-40B4-BE49-F238E27FC236}">
                <a16:creationId xmlns:a16="http://schemas.microsoft.com/office/drawing/2014/main" id="{4BD087F3-35B2-ED73-1B2B-B69291633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7038" name="Text Box 14">
            <a:extLst>
              <a:ext uri="{FF2B5EF4-FFF2-40B4-BE49-F238E27FC236}">
                <a16:creationId xmlns:a16="http://schemas.microsoft.com/office/drawing/2014/main" id="{D0DDB7B3-D6F5-A2B3-FE78-2210444B7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7039" name="Text Box 15">
            <a:extLst>
              <a:ext uri="{FF2B5EF4-FFF2-40B4-BE49-F238E27FC236}">
                <a16:creationId xmlns:a16="http://schemas.microsoft.com/office/drawing/2014/main" id="{7A7D8D07-1715-BD99-8FA3-20F29A79B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57040" name="Text Box 16">
            <a:extLst>
              <a:ext uri="{FF2B5EF4-FFF2-40B4-BE49-F238E27FC236}">
                <a16:creationId xmlns:a16="http://schemas.microsoft.com/office/drawing/2014/main" id="{0E07043B-1068-0E74-515B-A57D2329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7041" name="Text Box 17">
            <a:extLst>
              <a:ext uri="{FF2B5EF4-FFF2-40B4-BE49-F238E27FC236}">
                <a16:creationId xmlns:a16="http://schemas.microsoft.com/office/drawing/2014/main" id="{44C2D8AC-D6D1-2BFF-6A5D-3F5B4E9D8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7042" name="Group 18">
            <a:extLst>
              <a:ext uri="{FF2B5EF4-FFF2-40B4-BE49-F238E27FC236}">
                <a16:creationId xmlns:a16="http://schemas.microsoft.com/office/drawing/2014/main" id="{01399255-C498-CD33-B86A-529744BA54A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57043" name="Line 19">
              <a:extLst>
                <a:ext uri="{FF2B5EF4-FFF2-40B4-BE49-F238E27FC236}">
                  <a16:creationId xmlns:a16="http://schemas.microsoft.com/office/drawing/2014/main" id="{02A2E422-B228-3F5E-12B7-F772EB132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044" name="Line 20">
              <a:extLst>
                <a:ext uri="{FF2B5EF4-FFF2-40B4-BE49-F238E27FC236}">
                  <a16:creationId xmlns:a16="http://schemas.microsoft.com/office/drawing/2014/main" id="{5BC1C95D-3269-B0C3-0C08-8B848EB6A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045" name="Line 21">
              <a:extLst>
                <a:ext uri="{FF2B5EF4-FFF2-40B4-BE49-F238E27FC236}">
                  <a16:creationId xmlns:a16="http://schemas.microsoft.com/office/drawing/2014/main" id="{6C442902-440B-BA09-B449-9189C432F2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7046" name="Text Box 22">
            <a:extLst>
              <a:ext uri="{FF2B5EF4-FFF2-40B4-BE49-F238E27FC236}">
                <a16:creationId xmlns:a16="http://schemas.microsoft.com/office/drawing/2014/main" id="{8327FEE5-2F72-3DA8-AEE4-10CD6A800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7047" name="Text Box 23">
            <a:extLst>
              <a:ext uri="{FF2B5EF4-FFF2-40B4-BE49-F238E27FC236}">
                <a16:creationId xmlns:a16="http://schemas.microsoft.com/office/drawing/2014/main" id="{01DE2962-35C4-A1E0-0DE3-EDBF2276A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257048" name="Text Box 24">
            <a:extLst>
              <a:ext uri="{FF2B5EF4-FFF2-40B4-BE49-F238E27FC236}">
                <a16:creationId xmlns:a16="http://schemas.microsoft.com/office/drawing/2014/main" id="{1F958F9B-6F27-3EDB-29DA-357BACCCB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F8C523BB-C246-62DE-322B-5F19D6708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8051" name="Text Box 3">
            <a:extLst>
              <a:ext uri="{FF2B5EF4-FFF2-40B4-BE49-F238E27FC236}">
                <a16:creationId xmlns:a16="http://schemas.microsoft.com/office/drawing/2014/main" id="{49589F7D-66F1-847F-894F-89C9D6BD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8052" name="Text Box 4">
            <a:extLst>
              <a:ext uri="{FF2B5EF4-FFF2-40B4-BE49-F238E27FC236}">
                <a16:creationId xmlns:a16="http://schemas.microsoft.com/office/drawing/2014/main" id="{A67556F1-ED1E-E5B6-C906-36308D277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8053" name="Text Box 5">
            <a:extLst>
              <a:ext uri="{FF2B5EF4-FFF2-40B4-BE49-F238E27FC236}">
                <a16:creationId xmlns:a16="http://schemas.microsoft.com/office/drawing/2014/main" id="{F8103931-CF9F-1DA4-C297-65ACDF98F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8054" name="Text Box 6">
            <a:extLst>
              <a:ext uri="{FF2B5EF4-FFF2-40B4-BE49-F238E27FC236}">
                <a16:creationId xmlns:a16="http://schemas.microsoft.com/office/drawing/2014/main" id="{62C283EC-E350-3E79-67A2-A22E074C1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8055" name="Text Box 7">
            <a:extLst>
              <a:ext uri="{FF2B5EF4-FFF2-40B4-BE49-F238E27FC236}">
                <a16:creationId xmlns:a16="http://schemas.microsoft.com/office/drawing/2014/main" id="{6CBBCBAD-5273-28AA-AF92-A0424B6F1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8056" name="Text Box 8">
            <a:extLst>
              <a:ext uri="{FF2B5EF4-FFF2-40B4-BE49-F238E27FC236}">
                <a16:creationId xmlns:a16="http://schemas.microsoft.com/office/drawing/2014/main" id="{D406E6DC-4D3D-3A26-AA2C-268076035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8057" name="Text Box 9">
            <a:extLst>
              <a:ext uri="{FF2B5EF4-FFF2-40B4-BE49-F238E27FC236}">
                <a16:creationId xmlns:a16="http://schemas.microsoft.com/office/drawing/2014/main" id="{3E25B43E-EFCD-913D-9FEC-A6A0FA69D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8058" name="Text Box 10">
            <a:extLst>
              <a:ext uri="{FF2B5EF4-FFF2-40B4-BE49-F238E27FC236}">
                <a16:creationId xmlns:a16="http://schemas.microsoft.com/office/drawing/2014/main" id="{B3F17844-41E6-36C4-B651-73A8F0B7C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8059" name="Text Box 11">
            <a:extLst>
              <a:ext uri="{FF2B5EF4-FFF2-40B4-BE49-F238E27FC236}">
                <a16:creationId xmlns:a16="http://schemas.microsoft.com/office/drawing/2014/main" id="{A3C99F14-0ED3-B97C-8BFD-8F518A198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8060" name="Text Box 12">
            <a:extLst>
              <a:ext uri="{FF2B5EF4-FFF2-40B4-BE49-F238E27FC236}">
                <a16:creationId xmlns:a16="http://schemas.microsoft.com/office/drawing/2014/main" id="{22903BEA-5310-F7B1-6242-89316DAC6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8061" name="Text Box 13">
            <a:extLst>
              <a:ext uri="{FF2B5EF4-FFF2-40B4-BE49-F238E27FC236}">
                <a16:creationId xmlns:a16="http://schemas.microsoft.com/office/drawing/2014/main" id="{9FAAF185-DFDE-37F7-3AD9-A0B959B8C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8062" name="Text Box 14">
            <a:extLst>
              <a:ext uri="{FF2B5EF4-FFF2-40B4-BE49-F238E27FC236}">
                <a16:creationId xmlns:a16="http://schemas.microsoft.com/office/drawing/2014/main" id="{88DFCB45-39D5-D16B-5D27-B499E3F94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8063" name="Text Box 15">
            <a:extLst>
              <a:ext uri="{FF2B5EF4-FFF2-40B4-BE49-F238E27FC236}">
                <a16:creationId xmlns:a16="http://schemas.microsoft.com/office/drawing/2014/main" id="{6260D981-79F9-DF60-6C8E-81F968A01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58064" name="Text Box 16">
            <a:extLst>
              <a:ext uri="{FF2B5EF4-FFF2-40B4-BE49-F238E27FC236}">
                <a16:creationId xmlns:a16="http://schemas.microsoft.com/office/drawing/2014/main" id="{606F3181-F8A6-7A9B-AAEF-0521BF2EB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8065" name="Text Box 17">
            <a:extLst>
              <a:ext uri="{FF2B5EF4-FFF2-40B4-BE49-F238E27FC236}">
                <a16:creationId xmlns:a16="http://schemas.microsoft.com/office/drawing/2014/main" id="{FF0B5F40-C17F-129C-361E-63C4728AA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8066" name="Group 18">
            <a:extLst>
              <a:ext uri="{FF2B5EF4-FFF2-40B4-BE49-F238E27FC236}">
                <a16:creationId xmlns:a16="http://schemas.microsoft.com/office/drawing/2014/main" id="{504ABB0D-9947-5C9F-B3D5-3E1C59585DA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58067" name="Line 19">
              <a:extLst>
                <a:ext uri="{FF2B5EF4-FFF2-40B4-BE49-F238E27FC236}">
                  <a16:creationId xmlns:a16="http://schemas.microsoft.com/office/drawing/2014/main" id="{71B20660-56E5-C49B-EE97-FF58AEF5D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068" name="Line 20">
              <a:extLst>
                <a:ext uri="{FF2B5EF4-FFF2-40B4-BE49-F238E27FC236}">
                  <a16:creationId xmlns:a16="http://schemas.microsoft.com/office/drawing/2014/main" id="{47557E52-DF58-30E2-71E9-F98B79C8A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069" name="Line 21">
              <a:extLst>
                <a:ext uri="{FF2B5EF4-FFF2-40B4-BE49-F238E27FC236}">
                  <a16:creationId xmlns:a16="http://schemas.microsoft.com/office/drawing/2014/main" id="{692568DB-6BCB-8C73-3029-1476873B2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8070" name="Text Box 22">
            <a:extLst>
              <a:ext uri="{FF2B5EF4-FFF2-40B4-BE49-F238E27FC236}">
                <a16:creationId xmlns:a16="http://schemas.microsoft.com/office/drawing/2014/main" id="{742E7508-BD86-0A9B-05F2-49CB0517D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8071" name="Text Box 23">
            <a:extLst>
              <a:ext uri="{FF2B5EF4-FFF2-40B4-BE49-F238E27FC236}">
                <a16:creationId xmlns:a16="http://schemas.microsoft.com/office/drawing/2014/main" id="{6F7BFE06-4818-CC9D-7C9D-3F671BE9B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58072" name="Text Box 24">
            <a:extLst>
              <a:ext uri="{FF2B5EF4-FFF2-40B4-BE49-F238E27FC236}">
                <a16:creationId xmlns:a16="http://schemas.microsoft.com/office/drawing/2014/main" id="{3717AB10-D0B3-B3CB-EF7C-DAB1DB839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BCFC3181-6DD2-35BD-C195-DD00C8012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946F0C3D-FB55-CB15-9425-6B1CA869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328781C6-1E93-A693-577D-AA96AB4A4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59077" name="Text Box 5">
            <a:extLst>
              <a:ext uri="{FF2B5EF4-FFF2-40B4-BE49-F238E27FC236}">
                <a16:creationId xmlns:a16="http://schemas.microsoft.com/office/drawing/2014/main" id="{470E5EA6-31D6-D04F-F6A0-452D9E2BF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59078" name="Text Box 6">
            <a:extLst>
              <a:ext uri="{FF2B5EF4-FFF2-40B4-BE49-F238E27FC236}">
                <a16:creationId xmlns:a16="http://schemas.microsoft.com/office/drawing/2014/main" id="{6EA6985E-0E00-D331-DF16-3F5397F6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9079" name="Text Box 7">
            <a:extLst>
              <a:ext uri="{FF2B5EF4-FFF2-40B4-BE49-F238E27FC236}">
                <a16:creationId xmlns:a16="http://schemas.microsoft.com/office/drawing/2014/main" id="{5D3C82BF-3EDD-3876-4283-3C39DAC20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59080" name="Text Box 8">
            <a:extLst>
              <a:ext uri="{FF2B5EF4-FFF2-40B4-BE49-F238E27FC236}">
                <a16:creationId xmlns:a16="http://schemas.microsoft.com/office/drawing/2014/main" id="{6AD24D2D-2B7D-0F04-BEE7-34FC81A93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59081" name="Text Box 9">
            <a:extLst>
              <a:ext uri="{FF2B5EF4-FFF2-40B4-BE49-F238E27FC236}">
                <a16:creationId xmlns:a16="http://schemas.microsoft.com/office/drawing/2014/main" id="{AEE00A9F-51B0-302D-120E-BDAF90560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59082" name="Text Box 10">
            <a:extLst>
              <a:ext uri="{FF2B5EF4-FFF2-40B4-BE49-F238E27FC236}">
                <a16:creationId xmlns:a16="http://schemas.microsoft.com/office/drawing/2014/main" id="{558D9D87-6FFA-DA6B-580D-20EA7CA7B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59083" name="Text Box 11">
            <a:extLst>
              <a:ext uri="{FF2B5EF4-FFF2-40B4-BE49-F238E27FC236}">
                <a16:creationId xmlns:a16="http://schemas.microsoft.com/office/drawing/2014/main" id="{35B6CE02-16D7-C31D-0B53-825B0F4A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59084" name="Text Box 12">
            <a:extLst>
              <a:ext uri="{FF2B5EF4-FFF2-40B4-BE49-F238E27FC236}">
                <a16:creationId xmlns:a16="http://schemas.microsoft.com/office/drawing/2014/main" id="{37943FC3-DF02-069C-56E1-5C9BCF3FD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59085" name="Text Box 13">
            <a:extLst>
              <a:ext uri="{FF2B5EF4-FFF2-40B4-BE49-F238E27FC236}">
                <a16:creationId xmlns:a16="http://schemas.microsoft.com/office/drawing/2014/main" id="{B86D0C9C-D385-1A46-5A30-8AA320281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59086" name="Text Box 14">
            <a:extLst>
              <a:ext uri="{FF2B5EF4-FFF2-40B4-BE49-F238E27FC236}">
                <a16:creationId xmlns:a16="http://schemas.microsoft.com/office/drawing/2014/main" id="{BDD0EE2F-6F91-67D7-0256-69BAA562B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9087" name="Text Box 15">
            <a:extLst>
              <a:ext uri="{FF2B5EF4-FFF2-40B4-BE49-F238E27FC236}">
                <a16:creationId xmlns:a16="http://schemas.microsoft.com/office/drawing/2014/main" id="{1C84D324-064E-BAD3-3849-CDF66B611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59088" name="Text Box 16">
            <a:extLst>
              <a:ext uri="{FF2B5EF4-FFF2-40B4-BE49-F238E27FC236}">
                <a16:creationId xmlns:a16="http://schemas.microsoft.com/office/drawing/2014/main" id="{A6A2BA02-CA50-1DFD-C765-92F527FC4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59089" name="Text Box 17">
            <a:extLst>
              <a:ext uri="{FF2B5EF4-FFF2-40B4-BE49-F238E27FC236}">
                <a16:creationId xmlns:a16="http://schemas.microsoft.com/office/drawing/2014/main" id="{AA82D819-AF98-D626-5404-FE9D06EA6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59090" name="Group 18">
            <a:extLst>
              <a:ext uri="{FF2B5EF4-FFF2-40B4-BE49-F238E27FC236}">
                <a16:creationId xmlns:a16="http://schemas.microsoft.com/office/drawing/2014/main" id="{1124237E-76E3-DCF3-02BD-27E2303497E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7875" y="4152900"/>
            <a:ext cx="590550" cy="446088"/>
            <a:chOff x="1760" y="2424"/>
            <a:chExt cx="372" cy="502"/>
          </a:xfrm>
        </p:grpSpPr>
        <p:sp>
          <p:nvSpPr>
            <p:cNvPr id="259091" name="Line 19">
              <a:extLst>
                <a:ext uri="{FF2B5EF4-FFF2-40B4-BE49-F238E27FC236}">
                  <a16:creationId xmlns:a16="http://schemas.microsoft.com/office/drawing/2014/main" id="{59DC532D-2B3C-1937-3DD2-31AC73C37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092" name="Line 20">
              <a:extLst>
                <a:ext uri="{FF2B5EF4-FFF2-40B4-BE49-F238E27FC236}">
                  <a16:creationId xmlns:a16="http://schemas.microsoft.com/office/drawing/2014/main" id="{D04D14FD-5008-5972-C39E-2A633E067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093" name="Line 21">
              <a:extLst>
                <a:ext uri="{FF2B5EF4-FFF2-40B4-BE49-F238E27FC236}">
                  <a16:creationId xmlns:a16="http://schemas.microsoft.com/office/drawing/2014/main" id="{E7CC9637-1153-9FCA-177D-AAFC312F1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9094" name="Text Box 22">
            <a:extLst>
              <a:ext uri="{FF2B5EF4-FFF2-40B4-BE49-F238E27FC236}">
                <a16:creationId xmlns:a16="http://schemas.microsoft.com/office/drawing/2014/main" id="{2C1ACE3D-6320-B2EC-A84F-567621092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59095" name="Text Box 23">
            <a:extLst>
              <a:ext uri="{FF2B5EF4-FFF2-40B4-BE49-F238E27FC236}">
                <a16:creationId xmlns:a16="http://schemas.microsoft.com/office/drawing/2014/main" id="{A68DC923-890F-566A-9FA8-09DB2F776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443E7752-7BE5-C24D-0CD4-494360B8C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0099" name="Text Box 3">
            <a:extLst>
              <a:ext uri="{FF2B5EF4-FFF2-40B4-BE49-F238E27FC236}">
                <a16:creationId xmlns:a16="http://schemas.microsoft.com/office/drawing/2014/main" id="{43C1B940-FAD5-E06F-551C-6A1D285DA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0100" name="Text Box 4">
            <a:extLst>
              <a:ext uri="{FF2B5EF4-FFF2-40B4-BE49-F238E27FC236}">
                <a16:creationId xmlns:a16="http://schemas.microsoft.com/office/drawing/2014/main" id="{E3ED87FF-7DC6-7C8B-31AD-C97198026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0101" name="Text Box 5">
            <a:extLst>
              <a:ext uri="{FF2B5EF4-FFF2-40B4-BE49-F238E27FC236}">
                <a16:creationId xmlns:a16="http://schemas.microsoft.com/office/drawing/2014/main" id="{8A60D37A-FD44-8915-81C0-623778212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0102" name="Text Box 6">
            <a:extLst>
              <a:ext uri="{FF2B5EF4-FFF2-40B4-BE49-F238E27FC236}">
                <a16:creationId xmlns:a16="http://schemas.microsoft.com/office/drawing/2014/main" id="{AD806C69-8FAE-A466-EFF2-54E988A6F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0103" name="Text Box 7">
            <a:extLst>
              <a:ext uri="{FF2B5EF4-FFF2-40B4-BE49-F238E27FC236}">
                <a16:creationId xmlns:a16="http://schemas.microsoft.com/office/drawing/2014/main" id="{1DE90204-424F-DFF2-60D8-7CD0C77C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0104" name="Text Box 8">
            <a:extLst>
              <a:ext uri="{FF2B5EF4-FFF2-40B4-BE49-F238E27FC236}">
                <a16:creationId xmlns:a16="http://schemas.microsoft.com/office/drawing/2014/main" id="{32626BAB-2AB8-6432-71DF-0224716D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0105" name="Text Box 9">
            <a:extLst>
              <a:ext uri="{FF2B5EF4-FFF2-40B4-BE49-F238E27FC236}">
                <a16:creationId xmlns:a16="http://schemas.microsoft.com/office/drawing/2014/main" id="{396610F7-F17A-3C69-8484-7924CA2D8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0106" name="Text Box 10">
            <a:extLst>
              <a:ext uri="{FF2B5EF4-FFF2-40B4-BE49-F238E27FC236}">
                <a16:creationId xmlns:a16="http://schemas.microsoft.com/office/drawing/2014/main" id="{2BA7E230-C1F4-4F2E-033A-257335172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0107" name="Text Box 11">
            <a:extLst>
              <a:ext uri="{FF2B5EF4-FFF2-40B4-BE49-F238E27FC236}">
                <a16:creationId xmlns:a16="http://schemas.microsoft.com/office/drawing/2014/main" id="{C3E439E6-19EC-16C1-98F6-C735D1529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0108" name="Text Box 12">
            <a:extLst>
              <a:ext uri="{FF2B5EF4-FFF2-40B4-BE49-F238E27FC236}">
                <a16:creationId xmlns:a16="http://schemas.microsoft.com/office/drawing/2014/main" id="{97ECE0F5-578C-4A69-E63B-7BAB2C6C0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0109" name="Text Box 13">
            <a:extLst>
              <a:ext uri="{FF2B5EF4-FFF2-40B4-BE49-F238E27FC236}">
                <a16:creationId xmlns:a16="http://schemas.microsoft.com/office/drawing/2014/main" id="{0211C6F6-8A5B-E837-DD22-A281C407E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0110" name="Text Box 14">
            <a:extLst>
              <a:ext uri="{FF2B5EF4-FFF2-40B4-BE49-F238E27FC236}">
                <a16:creationId xmlns:a16="http://schemas.microsoft.com/office/drawing/2014/main" id="{B9CAEBAD-7B8F-F06C-7E82-3BED1CD42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0111" name="Text Box 15">
            <a:extLst>
              <a:ext uri="{FF2B5EF4-FFF2-40B4-BE49-F238E27FC236}">
                <a16:creationId xmlns:a16="http://schemas.microsoft.com/office/drawing/2014/main" id="{6D3D94C3-E450-3301-612A-3F9F9542C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60112" name="Text Box 16">
            <a:extLst>
              <a:ext uri="{FF2B5EF4-FFF2-40B4-BE49-F238E27FC236}">
                <a16:creationId xmlns:a16="http://schemas.microsoft.com/office/drawing/2014/main" id="{E44F10E8-E590-4CB5-E17F-D945865DA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0113" name="Text Box 17">
            <a:extLst>
              <a:ext uri="{FF2B5EF4-FFF2-40B4-BE49-F238E27FC236}">
                <a16:creationId xmlns:a16="http://schemas.microsoft.com/office/drawing/2014/main" id="{3C16504D-0ED1-0793-04F4-DE6968836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0114" name="Group 18">
            <a:extLst>
              <a:ext uri="{FF2B5EF4-FFF2-40B4-BE49-F238E27FC236}">
                <a16:creationId xmlns:a16="http://schemas.microsoft.com/office/drawing/2014/main" id="{5CD92FA0-1457-44B3-4A26-EC75C4D6BF7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7875" y="4152900"/>
            <a:ext cx="590550" cy="446088"/>
            <a:chOff x="1760" y="2424"/>
            <a:chExt cx="372" cy="502"/>
          </a:xfrm>
        </p:grpSpPr>
        <p:sp>
          <p:nvSpPr>
            <p:cNvPr id="260115" name="Line 19">
              <a:extLst>
                <a:ext uri="{FF2B5EF4-FFF2-40B4-BE49-F238E27FC236}">
                  <a16:creationId xmlns:a16="http://schemas.microsoft.com/office/drawing/2014/main" id="{27806837-BB15-79BC-3D88-D80051C03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116" name="Line 20">
              <a:extLst>
                <a:ext uri="{FF2B5EF4-FFF2-40B4-BE49-F238E27FC236}">
                  <a16:creationId xmlns:a16="http://schemas.microsoft.com/office/drawing/2014/main" id="{F7674B43-B067-A4A0-C98D-2C88110B2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117" name="Line 21">
              <a:extLst>
                <a:ext uri="{FF2B5EF4-FFF2-40B4-BE49-F238E27FC236}">
                  <a16:creationId xmlns:a16="http://schemas.microsoft.com/office/drawing/2014/main" id="{71653247-8CF4-2985-44EB-DCB5B6DAB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0118" name="Text Box 22">
            <a:extLst>
              <a:ext uri="{FF2B5EF4-FFF2-40B4-BE49-F238E27FC236}">
                <a16:creationId xmlns:a16="http://schemas.microsoft.com/office/drawing/2014/main" id="{C7CFF41D-5698-3829-0D66-D96AC98AE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0119" name="Text Box 23">
            <a:extLst>
              <a:ext uri="{FF2B5EF4-FFF2-40B4-BE49-F238E27FC236}">
                <a16:creationId xmlns:a16="http://schemas.microsoft.com/office/drawing/2014/main" id="{D1CD4746-94FD-66AA-4A62-B83EB2AB0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0120" name="Text Box 24">
            <a:extLst>
              <a:ext uri="{FF2B5EF4-FFF2-40B4-BE49-F238E27FC236}">
                <a16:creationId xmlns:a16="http://schemas.microsoft.com/office/drawing/2014/main" id="{C58558EE-5A32-2615-FE6A-D005979A1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EFEE8C9F-AE30-09F4-FDF7-D01702AF1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1123" name="Text Box 3">
            <a:extLst>
              <a:ext uri="{FF2B5EF4-FFF2-40B4-BE49-F238E27FC236}">
                <a16:creationId xmlns:a16="http://schemas.microsoft.com/office/drawing/2014/main" id="{85146521-51C1-37F4-AEF5-77557761A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1124" name="Text Box 4">
            <a:extLst>
              <a:ext uri="{FF2B5EF4-FFF2-40B4-BE49-F238E27FC236}">
                <a16:creationId xmlns:a16="http://schemas.microsoft.com/office/drawing/2014/main" id="{018B2B21-F472-16BC-69D1-B0E317F68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1125" name="Text Box 5">
            <a:extLst>
              <a:ext uri="{FF2B5EF4-FFF2-40B4-BE49-F238E27FC236}">
                <a16:creationId xmlns:a16="http://schemas.microsoft.com/office/drawing/2014/main" id="{3DDCA697-89EA-DFC6-CD2F-7EAC6825A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1126" name="Text Box 6">
            <a:extLst>
              <a:ext uri="{FF2B5EF4-FFF2-40B4-BE49-F238E27FC236}">
                <a16:creationId xmlns:a16="http://schemas.microsoft.com/office/drawing/2014/main" id="{C25F5A88-948D-1FA3-1284-9DAAE5497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1127" name="Text Box 7">
            <a:extLst>
              <a:ext uri="{FF2B5EF4-FFF2-40B4-BE49-F238E27FC236}">
                <a16:creationId xmlns:a16="http://schemas.microsoft.com/office/drawing/2014/main" id="{E10A458D-66B5-42B8-0DBC-5734F96A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1128" name="Text Box 8">
            <a:extLst>
              <a:ext uri="{FF2B5EF4-FFF2-40B4-BE49-F238E27FC236}">
                <a16:creationId xmlns:a16="http://schemas.microsoft.com/office/drawing/2014/main" id="{539C1003-9871-8C64-1FBC-E222FB7DB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1129" name="Text Box 9">
            <a:extLst>
              <a:ext uri="{FF2B5EF4-FFF2-40B4-BE49-F238E27FC236}">
                <a16:creationId xmlns:a16="http://schemas.microsoft.com/office/drawing/2014/main" id="{A4BE08FD-6766-E962-09BA-F3DB60A16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1130" name="Text Box 10">
            <a:extLst>
              <a:ext uri="{FF2B5EF4-FFF2-40B4-BE49-F238E27FC236}">
                <a16:creationId xmlns:a16="http://schemas.microsoft.com/office/drawing/2014/main" id="{50DC6185-1317-05A4-D49D-05C66C1C9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1131" name="Text Box 11">
            <a:extLst>
              <a:ext uri="{FF2B5EF4-FFF2-40B4-BE49-F238E27FC236}">
                <a16:creationId xmlns:a16="http://schemas.microsoft.com/office/drawing/2014/main" id="{85D46489-728A-3F79-7465-E441D67FC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1132" name="Text Box 12">
            <a:extLst>
              <a:ext uri="{FF2B5EF4-FFF2-40B4-BE49-F238E27FC236}">
                <a16:creationId xmlns:a16="http://schemas.microsoft.com/office/drawing/2014/main" id="{FA15C4CF-B56B-091B-E536-E36B5309E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1133" name="Text Box 13">
            <a:extLst>
              <a:ext uri="{FF2B5EF4-FFF2-40B4-BE49-F238E27FC236}">
                <a16:creationId xmlns:a16="http://schemas.microsoft.com/office/drawing/2014/main" id="{C2AC9BC3-492D-7262-4EE8-D8D78E44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1134" name="Text Box 14">
            <a:extLst>
              <a:ext uri="{FF2B5EF4-FFF2-40B4-BE49-F238E27FC236}">
                <a16:creationId xmlns:a16="http://schemas.microsoft.com/office/drawing/2014/main" id="{BCF1ACC0-5919-7511-656F-C50049ED4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1135" name="Text Box 15">
            <a:extLst>
              <a:ext uri="{FF2B5EF4-FFF2-40B4-BE49-F238E27FC236}">
                <a16:creationId xmlns:a16="http://schemas.microsoft.com/office/drawing/2014/main" id="{D475A470-72AB-A0F1-AE04-181A48DEE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61136" name="Text Box 16">
            <a:extLst>
              <a:ext uri="{FF2B5EF4-FFF2-40B4-BE49-F238E27FC236}">
                <a16:creationId xmlns:a16="http://schemas.microsoft.com/office/drawing/2014/main" id="{92D49584-ACD0-A6A3-120C-454AD9DCB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1137" name="Text Box 17">
            <a:extLst>
              <a:ext uri="{FF2B5EF4-FFF2-40B4-BE49-F238E27FC236}">
                <a16:creationId xmlns:a16="http://schemas.microsoft.com/office/drawing/2014/main" id="{921792FA-B305-7ADD-189D-82AD3B9CD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1138" name="Group 18">
            <a:extLst>
              <a:ext uri="{FF2B5EF4-FFF2-40B4-BE49-F238E27FC236}">
                <a16:creationId xmlns:a16="http://schemas.microsoft.com/office/drawing/2014/main" id="{57B4E9FA-1E0E-B4EC-E02E-9C6831445A3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17875" y="4152900"/>
            <a:ext cx="590550" cy="446088"/>
            <a:chOff x="1760" y="2424"/>
            <a:chExt cx="372" cy="502"/>
          </a:xfrm>
        </p:grpSpPr>
        <p:sp>
          <p:nvSpPr>
            <p:cNvPr id="261139" name="Line 19">
              <a:extLst>
                <a:ext uri="{FF2B5EF4-FFF2-40B4-BE49-F238E27FC236}">
                  <a16:creationId xmlns:a16="http://schemas.microsoft.com/office/drawing/2014/main" id="{B0B35D22-80C6-EB18-B5EA-C0D2B8202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140" name="Line 20">
              <a:extLst>
                <a:ext uri="{FF2B5EF4-FFF2-40B4-BE49-F238E27FC236}">
                  <a16:creationId xmlns:a16="http://schemas.microsoft.com/office/drawing/2014/main" id="{A0E03B2E-65CB-EAF9-AE04-76C3A1345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141" name="Line 21">
              <a:extLst>
                <a:ext uri="{FF2B5EF4-FFF2-40B4-BE49-F238E27FC236}">
                  <a16:creationId xmlns:a16="http://schemas.microsoft.com/office/drawing/2014/main" id="{949B1F8D-297D-7C18-6B19-9D6F88F9E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1142" name="Text Box 22">
            <a:extLst>
              <a:ext uri="{FF2B5EF4-FFF2-40B4-BE49-F238E27FC236}">
                <a16:creationId xmlns:a16="http://schemas.microsoft.com/office/drawing/2014/main" id="{9DF84736-605E-CAE3-CCB2-D5589C01F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1143" name="Text Box 23">
            <a:extLst>
              <a:ext uri="{FF2B5EF4-FFF2-40B4-BE49-F238E27FC236}">
                <a16:creationId xmlns:a16="http://schemas.microsoft.com/office/drawing/2014/main" id="{220E4AFD-7526-B9F4-7E6E-0FDCE2D6A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1144" name="Text Box 24">
            <a:extLst>
              <a:ext uri="{FF2B5EF4-FFF2-40B4-BE49-F238E27FC236}">
                <a16:creationId xmlns:a16="http://schemas.microsoft.com/office/drawing/2014/main" id="{A88039F5-6C23-8ECA-368B-1AE1D51C1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272387B3-548F-B30D-DA6C-C4B261F73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2147" name="Text Box 3">
            <a:extLst>
              <a:ext uri="{FF2B5EF4-FFF2-40B4-BE49-F238E27FC236}">
                <a16:creationId xmlns:a16="http://schemas.microsoft.com/office/drawing/2014/main" id="{E6DF591A-59A2-C01A-152D-7CEE104DB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2148" name="Text Box 4">
            <a:extLst>
              <a:ext uri="{FF2B5EF4-FFF2-40B4-BE49-F238E27FC236}">
                <a16:creationId xmlns:a16="http://schemas.microsoft.com/office/drawing/2014/main" id="{C4B98BAC-E589-EF8B-3D79-513F658FA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2149" name="Text Box 5">
            <a:extLst>
              <a:ext uri="{FF2B5EF4-FFF2-40B4-BE49-F238E27FC236}">
                <a16:creationId xmlns:a16="http://schemas.microsoft.com/office/drawing/2014/main" id="{05F063BC-E00C-77CB-6C43-9B7E7AABF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2150" name="Text Box 6">
            <a:extLst>
              <a:ext uri="{FF2B5EF4-FFF2-40B4-BE49-F238E27FC236}">
                <a16:creationId xmlns:a16="http://schemas.microsoft.com/office/drawing/2014/main" id="{7939A2AB-63EE-BB95-F977-3A6F06117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2151" name="Text Box 7">
            <a:extLst>
              <a:ext uri="{FF2B5EF4-FFF2-40B4-BE49-F238E27FC236}">
                <a16:creationId xmlns:a16="http://schemas.microsoft.com/office/drawing/2014/main" id="{E4825DAC-7B0A-39FD-E6B9-130DC18C2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2152" name="Text Box 8">
            <a:extLst>
              <a:ext uri="{FF2B5EF4-FFF2-40B4-BE49-F238E27FC236}">
                <a16:creationId xmlns:a16="http://schemas.microsoft.com/office/drawing/2014/main" id="{902655F2-3176-3A6E-BD2C-1D9503941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2153" name="Text Box 9">
            <a:extLst>
              <a:ext uri="{FF2B5EF4-FFF2-40B4-BE49-F238E27FC236}">
                <a16:creationId xmlns:a16="http://schemas.microsoft.com/office/drawing/2014/main" id="{76289F98-B197-E72C-6349-1F90AEBB1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2154" name="Text Box 10">
            <a:extLst>
              <a:ext uri="{FF2B5EF4-FFF2-40B4-BE49-F238E27FC236}">
                <a16:creationId xmlns:a16="http://schemas.microsoft.com/office/drawing/2014/main" id="{CE80AA11-F8FC-0F74-5DA7-876BB8A75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2155" name="Text Box 11">
            <a:extLst>
              <a:ext uri="{FF2B5EF4-FFF2-40B4-BE49-F238E27FC236}">
                <a16:creationId xmlns:a16="http://schemas.microsoft.com/office/drawing/2014/main" id="{1A6B3F47-CBA7-4210-84A3-26DB2B5A7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2156" name="Text Box 12">
            <a:extLst>
              <a:ext uri="{FF2B5EF4-FFF2-40B4-BE49-F238E27FC236}">
                <a16:creationId xmlns:a16="http://schemas.microsoft.com/office/drawing/2014/main" id="{898FA6F0-F40E-D9B4-9D99-C544A474B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2157" name="Text Box 13">
            <a:extLst>
              <a:ext uri="{FF2B5EF4-FFF2-40B4-BE49-F238E27FC236}">
                <a16:creationId xmlns:a16="http://schemas.microsoft.com/office/drawing/2014/main" id="{CCD5C375-9D0E-1FB3-9877-CDB89EAE4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2158" name="Text Box 14">
            <a:extLst>
              <a:ext uri="{FF2B5EF4-FFF2-40B4-BE49-F238E27FC236}">
                <a16:creationId xmlns:a16="http://schemas.microsoft.com/office/drawing/2014/main" id="{675C7FED-1083-B955-B131-2083E512B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2159" name="Text Box 15">
            <a:extLst>
              <a:ext uri="{FF2B5EF4-FFF2-40B4-BE49-F238E27FC236}">
                <a16:creationId xmlns:a16="http://schemas.microsoft.com/office/drawing/2014/main" id="{3A86AEB3-926C-47B8-D4AF-02F28F5CB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62160" name="Text Box 16">
            <a:extLst>
              <a:ext uri="{FF2B5EF4-FFF2-40B4-BE49-F238E27FC236}">
                <a16:creationId xmlns:a16="http://schemas.microsoft.com/office/drawing/2014/main" id="{BFB3DB12-88E8-94AC-93A1-979C80247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2161" name="Text Box 17">
            <a:extLst>
              <a:ext uri="{FF2B5EF4-FFF2-40B4-BE49-F238E27FC236}">
                <a16:creationId xmlns:a16="http://schemas.microsoft.com/office/drawing/2014/main" id="{A791615A-DBA7-8D2F-8E1A-B01C805D4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2162" name="Group 18">
            <a:extLst>
              <a:ext uri="{FF2B5EF4-FFF2-40B4-BE49-F238E27FC236}">
                <a16:creationId xmlns:a16="http://schemas.microsoft.com/office/drawing/2014/main" id="{9D663F88-E6DA-43A3-7848-1AE36BEB384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8425" y="4152900"/>
            <a:ext cx="590550" cy="446088"/>
            <a:chOff x="1760" y="2424"/>
            <a:chExt cx="372" cy="502"/>
          </a:xfrm>
        </p:grpSpPr>
        <p:sp>
          <p:nvSpPr>
            <p:cNvPr id="262163" name="Line 19">
              <a:extLst>
                <a:ext uri="{FF2B5EF4-FFF2-40B4-BE49-F238E27FC236}">
                  <a16:creationId xmlns:a16="http://schemas.microsoft.com/office/drawing/2014/main" id="{E42794D6-3A36-68A2-2CB8-E77BBA8A5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164" name="Line 20">
              <a:extLst>
                <a:ext uri="{FF2B5EF4-FFF2-40B4-BE49-F238E27FC236}">
                  <a16:creationId xmlns:a16="http://schemas.microsoft.com/office/drawing/2014/main" id="{C2600CD0-21ED-4D5D-DF26-9FB660F58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165" name="Line 21">
              <a:extLst>
                <a:ext uri="{FF2B5EF4-FFF2-40B4-BE49-F238E27FC236}">
                  <a16:creationId xmlns:a16="http://schemas.microsoft.com/office/drawing/2014/main" id="{3ACFEE2C-17C9-7A69-3F1A-A28C594A0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2166" name="Text Box 22">
            <a:extLst>
              <a:ext uri="{FF2B5EF4-FFF2-40B4-BE49-F238E27FC236}">
                <a16:creationId xmlns:a16="http://schemas.microsoft.com/office/drawing/2014/main" id="{50F049EE-C93D-E59A-58A3-EC79F1364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2167" name="Text Box 23">
            <a:extLst>
              <a:ext uri="{FF2B5EF4-FFF2-40B4-BE49-F238E27FC236}">
                <a16:creationId xmlns:a16="http://schemas.microsoft.com/office/drawing/2014/main" id="{F37F2F44-0331-6793-AD89-9AAB783DA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E6AD570D-FE7A-FF08-1F62-DCD9FC0EF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3171" name="Text Box 3">
            <a:extLst>
              <a:ext uri="{FF2B5EF4-FFF2-40B4-BE49-F238E27FC236}">
                <a16:creationId xmlns:a16="http://schemas.microsoft.com/office/drawing/2014/main" id="{1C5690DF-B95F-2ABA-E884-64F0C6DAC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3172" name="Text Box 4">
            <a:extLst>
              <a:ext uri="{FF2B5EF4-FFF2-40B4-BE49-F238E27FC236}">
                <a16:creationId xmlns:a16="http://schemas.microsoft.com/office/drawing/2014/main" id="{C52F7847-6822-CA69-8036-9A0E66442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3173" name="Text Box 5">
            <a:extLst>
              <a:ext uri="{FF2B5EF4-FFF2-40B4-BE49-F238E27FC236}">
                <a16:creationId xmlns:a16="http://schemas.microsoft.com/office/drawing/2014/main" id="{24DCB1DD-0B65-04B7-E1C2-5BA5A5D78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3174" name="Text Box 6">
            <a:extLst>
              <a:ext uri="{FF2B5EF4-FFF2-40B4-BE49-F238E27FC236}">
                <a16:creationId xmlns:a16="http://schemas.microsoft.com/office/drawing/2014/main" id="{EFD15CDD-650C-6150-6869-818EC3857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3175" name="Text Box 7">
            <a:extLst>
              <a:ext uri="{FF2B5EF4-FFF2-40B4-BE49-F238E27FC236}">
                <a16:creationId xmlns:a16="http://schemas.microsoft.com/office/drawing/2014/main" id="{B70EB047-BAA6-207E-2AEE-F90C8CDFB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3176" name="Text Box 8">
            <a:extLst>
              <a:ext uri="{FF2B5EF4-FFF2-40B4-BE49-F238E27FC236}">
                <a16:creationId xmlns:a16="http://schemas.microsoft.com/office/drawing/2014/main" id="{4BE85DE3-F273-A74C-CEF4-10AE5E81F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3177" name="Text Box 9">
            <a:extLst>
              <a:ext uri="{FF2B5EF4-FFF2-40B4-BE49-F238E27FC236}">
                <a16:creationId xmlns:a16="http://schemas.microsoft.com/office/drawing/2014/main" id="{0103125B-BE07-B2FE-22F8-537357D39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3178" name="Text Box 10">
            <a:extLst>
              <a:ext uri="{FF2B5EF4-FFF2-40B4-BE49-F238E27FC236}">
                <a16:creationId xmlns:a16="http://schemas.microsoft.com/office/drawing/2014/main" id="{B76445C2-6D9F-7164-9918-BF192C7E0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3179" name="Text Box 11">
            <a:extLst>
              <a:ext uri="{FF2B5EF4-FFF2-40B4-BE49-F238E27FC236}">
                <a16:creationId xmlns:a16="http://schemas.microsoft.com/office/drawing/2014/main" id="{DC8ADF85-42BC-FFA4-A80F-BBF4FA89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3180" name="Text Box 12">
            <a:extLst>
              <a:ext uri="{FF2B5EF4-FFF2-40B4-BE49-F238E27FC236}">
                <a16:creationId xmlns:a16="http://schemas.microsoft.com/office/drawing/2014/main" id="{2BC8BBD5-7AE0-01A1-672F-089771F4B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3181" name="Text Box 13">
            <a:extLst>
              <a:ext uri="{FF2B5EF4-FFF2-40B4-BE49-F238E27FC236}">
                <a16:creationId xmlns:a16="http://schemas.microsoft.com/office/drawing/2014/main" id="{C97356A7-C0FA-8883-7D26-68D17978B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3182" name="Text Box 14">
            <a:extLst>
              <a:ext uri="{FF2B5EF4-FFF2-40B4-BE49-F238E27FC236}">
                <a16:creationId xmlns:a16="http://schemas.microsoft.com/office/drawing/2014/main" id="{C88CDEE7-6FB1-EF33-4DFB-63C97BE1D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3183" name="Text Box 15">
            <a:extLst>
              <a:ext uri="{FF2B5EF4-FFF2-40B4-BE49-F238E27FC236}">
                <a16:creationId xmlns:a16="http://schemas.microsoft.com/office/drawing/2014/main" id="{AA217908-129F-5D45-CBA9-BC44F08A6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63184" name="Text Box 16">
            <a:extLst>
              <a:ext uri="{FF2B5EF4-FFF2-40B4-BE49-F238E27FC236}">
                <a16:creationId xmlns:a16="http://schemas.microsoft.com/office/drawing/2014/main" id="{2115B4EC-DA94-4192-B170-69003AD4A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3185" name="Text Box 17">
            <a:extLst>
              <a:ext uri="{FF2B5EF4-FFF2-40B4-BE49-F238E27FC236}">
                <a16:creationId xmlns:a16="http://schemas.microsoft.com/office/drawing/2014/main" id="{477CE4CF-BC66-167D-0FAD-B958409FD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3186" name="Group 18">
            <a:extLst>
              <a:ext uri="{FF2B5EF4-FFF2-40B4-BE49-F238E27FC236}">
                <a16:creationId xmlns:a16="http://schemas.microsoft.com/office/drawing/2014/main" id="{8D0D5568-B384-7DF1-5485-A59AA824BC9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8425" y="4152900"/>
            <a:ext cx="590550" cy="446088"/>
            <a:chOff x="1760" y="2424"/>
            <a:chExt cx="372" cy="502"/>
          </a:xfrm>
        </p:grpSpPr>
        <p:sp>
          <p:nvSpPr>
            <p:cNvPr id="263187" name="Line 19">
              <a:extLst>
                <a:ext uri="{FF2B5EF4-FFF2-40B4-BE49-F238E27FC236}">
                  <a16:creationId xmlns:a16="http://schemas.microsoft.com/office/drawing/2014/main" id="{BEFF7446-D140-7B37-7651-ED6822DE3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188" name="Line 20">
              <a:extLst>
                <a:ext uri="{FF2B5EF4-FFF2-40B4-BE49-F238E27FC236}">
                  <a16:creationId xmlns:a16="http://schemas.microsoft.com/office/drawing/2014/main" id="{FA2D4420-1A2F-C6C7-144B-1A25846F0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3189" name="Line 21">
              <a:extLst>
                <a:ext uri="{FF2B5EF4-FFF2-40B4-BE49-F238E27FC236}">
                  <a16:creationId xmlns:a16="http://schemas.microsoft.com/office/drawing/2014/main" id="{346F9E25-2F5E-613F-39C1-D214AA95A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3190" name="Text Box 22">
            <a:extLst>
              <a:ext uri="{FF2B5EF4-FFF2-40B4-BE49-F238E27FC236}">
                <a16:creationId xmlns:a16="http://schemas.microsoft.com/office/drawing/2014/main" id="{00617D19-B1FB-E04F-8935-0E8AE1ABD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3191" name="Text Box 23">
            <a:extLst>
              <a:ext uri="{FF2B5EF4-FFF2-40B4-BE49-F238E27FC236}">
                <a16:creationId xmlns:a16="http://schemas.microsoft.com/office/drawing/2014/main" id="{7709EB42-E67F-F80E-5D36-331F8ED19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3192" name="Text Box 24">
            <a:extLst>
              <a:ext uri="{FF2B5EF4-FFF2-40B4-BE49-F238E27FC236}">
                <a16:creationId xmlns:a16="http://schemas.microsoft.com/office/drawing/2014/main" id="{93191539-2233-D693-FBA6-E7632D6CD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FEDC93EA-EAF8-60CB-41E9-787905E8D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4195" name="Text Box 3">
            <a:extLst>
              <a:ext uri="{FF2B5EF4-FFF2-40B4-BE49-F238E27FC236}">
                <a16:creationId xmlns:a16="http://schemas.microsoft.com/office/drawing/2014/main" id="{4C386D41-56F7-D10A-DAB4-BB5F10E26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4196" name="Text Box 4">
            <a:extLst>
              <a:ext uri="{FF2B5EF4-FFF2-40B4-BE49-F238E27FC236}">
                <a16:creationId xmlns:a16="http://schemas.microsoft.com/office/drawing/2014/main" id="{6D3C11A6-D457-C0D0-1057-5AED7F38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4197" name="Text Box 5">
            <a:extLst>
              <a:ext uri="{FF2B5EF4-FFF2-40B4-BE49-F238E27FC236}">
                <a16:creationId xmlns:a16="http://schemas.microsoft.com/office/drawing/2014/main" id="{629CD0AC-6BEF-6884-73C1-D8676590C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4198" name="Text Box 6">
            <a:extLst>
              <a:ext uri="{FF2B5EF4-FFF2-40B4-BE49-F238E27FC236}">
                <a16:creationId xmlns:a16="http://schemas.microsoft.com/office/drawing/2014/main" id="{E5885878-A5A7-4F84-0495-5EA1E8A9D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4199" name="Text Box 7">
            <a:extLst>
              <a:ext uri="{FF2B5EF4-FFF2-40B4-BE49-F238E27FC236}">
                <a16:creationId xmlns:a16="http://schemas.microsoft.com/office/drawing/2014/main" id="{38A42AAE-E4F1-AE75-17EC-6407D8D32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4200" name="Text Box 8">
            <a:extLst>
              <a:ext uri="{FF2B5EF4-FFF2-40B4-BE49-F238E27FC236}">
                <a16:creationId xmlns:a16="http://schemas.microsoft.com/office/drawing/2014/main" id="{8D7F7E1B-F9D5-19D2-0F4D-9E1D0A84F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4201" name="Text Box 9">
            <a:extLst>
              <a:ext uri="{FF2B5EF4-FFF2-40B4-BE49-F238E27FC236}">
                <a16:creationId xmlns:a16="http://schemas.microsoft.com/office/drawing/2014/main" id="{144EC991-A4C2-5335-633A-90DD1DF6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4202" name="Text Box 10">
            <a:extLst>
              <a:ext uri="{FF2B5EF4-FFF2-40B4-BE49-F238E27FC236}">
                <a16:creationId xmlns:a16="http://schemas.microsoft.com/office/drawing/2014/main" id="{F104CBDE-F5D1-137D-209C-5369AB150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4203" name="Text Box 11">
            <a:extLst>
              <a:ext uri="{FF2B5EF4-FFF2-40B4-BE49-F238E27FC236}">
                <a16:creationId xmlns:a16="http://schemas.microsoft.com/office/drawing/2014/main" id="{42867C06-B780-D441-CF0E-8D4EA2481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4204" name="Text Box 12">
            <a:extLst>
              <a:ext uri="{FF2B5EF4-FFF2-40B4-BE49-F238E27FC236}">
                <a16:creationId xmlns:a16="http://schemas.microsoft.com/office/drawing/2014/main" id="{F517B5EA-45B9-EF50-A5BB-2B8039A96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4205" name="Text Box 13">
            <a:extLst>
              <a:ext uri="{FF2B5EF4-FFF2-40B4-BE49-F238E27FC236}">
                <a16:creationId xmlns:a16="http://schemas.microsoft.com/office/drawing/2014/main" id="{F5DCC9BA-FAD1-643E-FB1B-221FFE39B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4206" name="Text Box 14">
            <a:extLst>
              <a:ext uri="{FF2B5EF4-FFF2-40B4-BE49-F238E27FC236}">
                <a16:creationId xmlns:a16="http://schemas.microsoft.com/office/drawing/2014/main" id="{5A6F1983-4859-A1D8-B903-FF6687BB6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4207" name="Text Box 15">
            <a:extLst>
              <a:ext uri="{FF2B5EF4-FFF2-40B4-BE49-F238E27FC236}">
                <a16:creationId xmlns:a16="http://schemas.microsoft.com/office/drawing/2014/main" id="{AC00DBEA-FBE8-2AD3-A916-59CB5E6E5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64208" name="Text Box 16">
            <a:extLst>
              <a:ext uri="{FF2B5EF4-FFF2-40B4-BE49-F238E27FC236}">
                <a16:creationId xmlns:a16="http://schemas.microsoft.com/office/drawing/2014/main" id="{2A8FD695-E243-ECA7-9586-73678361B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4209" name="Text Box 17">
            <a:extLst>
              <a:ext uri="{FF2B5EF4-FFF2-40B4-BE49-F238E27FC236}">
                <a16:creationId xmlns:a16="http://schemas.microsoft.com/office/drawing/2014/main" id="{203BF10A-E43C-6918-5EA2-3FABFC10E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4210" name="Group 18">
            <a:extLst>
              <a:ext uri="{FF2B5EF4-FFF2-40B4-BE49-F238E27FC236}">
                <a16:creationId xmlns:a16="http://schemas.microsoft.com/office/drawing/2014/main" id="{31696E6E-8341-C289-D1D9-44E45DB5859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8975" y="4152900"/>
            <a:ext cx="590550" cy="446088"/>
            <a:chOff x="1760" y="2424"/>
            <a:chExt cx="372" cy="502"/>
          </a:xfrm>
        </p:grpSpPr>
        <p:sp>
          <p:nvSpPr>
            <p:cNvPr id="264211" name="Line 19">
              <a:extLst>
                <a:ext uri="{FF2B5EF4-FFF2-40B4-BE49-F238E27FC236}">
                  <a16:creationId xmlns:a16="http://schemas.microsoft.com/office/drawing/2014/main" id="{34EE564E-1532-D6E6-C742-639BDA18A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212" name="Line 20">
              <a:extLst>
                <a:ext uri="{FF2B5EF4-FFF2-40B4-BE49-F238E27FC236}">
                  <a16:creationId xmlns:a16="http://schemas.microsoft.com/office/drawing/2014/main" id="{4C57464E-3BDF-DC11-806F-194CB97FA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4213" name="Line 21">
              <a:extLst>
                <a:ext uri="{FF2B5EF4-FFF2-40B4-BE49-F238E27FC236}">
                  <a16:creationId xmlns:a16="http://schemas.microsoft.com/office/drawing/2014/main" id="{31CFD11D-571D-3DEC-3EB5-ACECAF03A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4214" name="Text Box 22">
            <a:extLst>
              <a:ext uri="{FF2B5EF4-FFF2-40B4-BE49-F238E27FC236}">
                <a16:creationId xmlns:a16="http://schemas.microsoft.com/office/drawing/2014/main" id="{7893D676-C343-4C82-24D2-5649379C4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4215" name="Text Box 23">
            <a:extLst>
              <a:ext uri="{FF2B5EF4-FFF2-40B4-BE49-F238E27FC236}">
                <a16:creationId xmlns:a16="http://schemas.microsoft.com/office/drawing/2014/main" id="{DEC054D4-81B1-A345-8637-69FFB3546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8659C68F-75F4-B801-92F6-CE210384B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5219" name="Text Box 3">
            <a:extLst>
              <a:ext uri="{FF2B5EF4-FFF2-40B4-BE49-F238E27FC236}">
                <a16:creationId xmlns:a16="http://schemas.microsoft.com/office/drawing/2014/main" id="{62F14C47-CD03-1064-F5C3-67029E9FC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5220" name="Text Box 4">
            <a:extLst>
              <a:ext uri="{FF2B5EF4-FFF2-40B4-BE49-F238E27FC236}">
                <a16:creationId xmlns:a16="http://schemas.microsoft.com/office/drawing/2014/main" id="{E4A57EE3-64F6-CAA5-999D-317780BDE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5221" name="Text Box 5">
            <a:extLst>
              <a:ext uri="{FF2B5EF4-FFF2-40B4-BE49-F238E27FC236}">
                <a16:creationId xmlns:a16="http://schemas.microsoft.com/office/drawing/2014/main" id="{2C91EAC8-A3A4-1739-8AF2-64BECBADE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5222" name="Text Box 6">
            <a:extLst>
              <a:ext uri="{FF2B5EF4-FFF2-40B4-BE49-F238E27FC236}">
                <a16:creationId xmlns:a16="http://schemas.microsoft.com/office/drawing/2014/main" id="{55DAC719-ED3D-F6BE-4B79-2C8AB673F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5223" name="Text Box 7">
            <a:extLst>
              <a:ext uri="{FF2B5EF4-FFF2-40B4-BE49-F238E27FC236}">
                <a16:creationId xmlns:a16="http://schemas.microsoft.com/office/drawing/2014/main" id="{97B180BE-7206-83D7-88AD-EE1F6A904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5224" name="Text Box 8">
            <a:extLst>
              <a:ext uri="{FF2B5EF4-FFF2-40B4-BE49-F238E27FC236}">
                <a16:creationId xmlns:a16="http://schemas.microsoft.com/office/drawing/2014/main" id="{E290DEC1-4192-9960-5A52-455CF88AB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5225" name="Text Box 9">
            <a:extLst>
              <a:ext uri="{FF2B5EF4-FFF2-40B4-BE49-F238E27FC236}">
                <a16:creationId xmlns:a16="http://schemas.microsoft.com/office/drawing/2014/main" id="{46730915-A73C-59A7-5AF4-1F2C2530E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5226" name="Text Box 10">
            <a:extLst>
              <a:ext uri="{FF2B5EF4-FFF2-40B4-BE49-F238E27FC236}">
                <a16:creationId xmlns:a16="http://schemas.microsoft.com/office/drawing/2014/main" id="{472DA902-568F-C293-10E5-E94C459B6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5227" name="Text Box 11">
            <a:extLst>
              <a:ext uri="{FF2B5EF4-FFF2-40B4-BE49-F238E27FC236}">
                <a16:creationId xmlns:a16="http://schemas.microsoft.com/office/drawing/2014/main" id="{E64AB159-F278-2908-3D25-2A05191E3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5228" name="Text Box 12">
            <a:extLst>
              <a:ext uri="{FF2B5EF4-FFF2-40B4-BE49-F238E27FC236}">
                <a16:creationId xmlns:a16="http://schemas.microsoft.com/office/drawing/2014/main" id="{CD05F2EB-E89D-661F-DFEA-D865F90A5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5229" name="Text Box 13">
            <a:extLst>
              <a:ext uri="{FF2B5EF4-FFF2-40B4-BE49-F238E27FC236}">
                <a16:creationId xmlns:a16="http://schemas.microsoft.com/office/drawing/2014/main" id="{1C3CAB6F-0467-78EE-40CC-08C2DEB43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5230" name="Text Box 14">
            <a:extLst>
              <a:ext uri="{FF2B5EF4-FFF2-40B4-BE49-F238E27FC236}">
                <a16:creationId xmlns:a16="http://schemas.microsoft.com/office/drawing/2014/main" id="{957BEAB5-5212-0DED-E138-B73B0666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5231" name="Text Box 15">
            <a:extLst>
              <a:ext uri="{FF2B5EF4-FFF2-40B4-BE49-F238E27FC236}">
                <a16:creationId xmlns:a16="http://schemas.microsoft.com/office/drawing/2014/main" id="{745092F2-A9F7-12F3-AF56-E07221761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65232" name="Text Box 16">
            <a:extLst>
              <a:ext uri="{FF2B5EF4-FFF2-40B4-BE49-F238E27FC236}">
                <a16:creationId xmlns:a16="http://schemas.microsoft.com/office/drawing/2014/main" id="{C8C753E9-4DF0-7002-5843-2841281A6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5233" name="Text Box 17">
            <a:extLst>
              <a:ext uri="{FF2B5EF4-FFF2-40B4-BE49-F238E27FC236}">
                <a16:creationId xmlns:a16="http://schemas.microsoft.com/office/drawing/2014/main" id="{1803B778-D31E-6384-E78E-E29DC0803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5234" name="Group 18">
            <a:extLst>
              <a:ext uri="{FF2B5EF4-FFF2-40B4-BE49-F238E27FC236}">
                <a16:creationId xmlns:a16="http://schemas.microsoft.com/office/drawing/2014/main" id="{9C87A507-CB47-4C3C-8911-451B5EE4FDA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8975" y="4152900"/>
            <a:ext cx="590550" cy="446088"/>
            <a:chOff x="1760" y="2424"/>
            <a:chExt cx="372" cy="502"/>
          </a:xfrm>
        </p:grpSpPr>
        <p:sp>
          <p:nvSpPr>
            <p:cNvPr id="265235" name="Line 19">
              <a:extLst>
                <a:ext uri="{FF2B5EF4-FFF2-40B4-BE49-F238E27FC236}">
                  <a16:creationId xmlns:a16="http://schemas.microsoft.com/office/drawing/2014/main" id="{08A372F8-28F6-88B5-2CA0-862E76A6C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5236" name="Line 20">
              <a:extLst>
                <a:ext uri="{FF2B5EF4-FFF2-40B4-BE49-F238E27FC236}">
                  <a16:creationId xmlns:a16="http://schemas.microsoft.com/office/drawing/2014/main" id="{6323301B-3F23-64DA-01E5-4819FFD55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5237" name="Line 21">
              <a:extLst>
                <a:ext uri="{FF2B5EF4-FFF2-40B4-BE49-F238E27FC236}">
                  <a16:creationId xmlns:a16="http://schemas.microsoft.com/office/drawing/2014/main" id="{3F7BF434-D4C2-2B2D-2732-8E14C5595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5238" name="Text Box 22">
            <a:extLst>
              <a:ext uri="{FF2B5EF4-FFF2-40B4-BE49-F238E27FC236}">
                <a16:creationId xmlns:a16="http://schemas.microsoft.com/office/drawing/2014/main" id="{CF7DDF2E-FAF7-E70D-E779-8755CFEDD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5239" name="Text Box 23">
            <a:extLst>
              <a:ext uri="{FF2B5EF4-FFF2-40B4-BE49-F238E27FC236}">
                <a16:creationId xmlns:a16="http://schemas.microsoft.com/office/drawing/2014/main" id="{4C22F0FE-EAB2-7D8A-E262-D2CABA2E7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5240" name="Text Box 24">
            <a:extLst>
              <a:ext uri="{FF2B5EF4-FFF2-40B4-BE49-F238E27FC236}">
                <a16:creationId xmlns:a16="http://schemas.microsoft.com/office/drawing/2014/main" id="{54A9F9D0-826B-4BA4-B15D-64C3E2D75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AC5E3054-C20B-2948-BAF2-61027227C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6243" name="Text Box 3">
            <a:extLst>
              <a:ext uri="{FF2B5EF4-FFF2-40B4-BE49-F238E27FC236}">
                <a16:creationId xmlns:a16="http://schemas.microsoft.com/office/drawing/2014/main" id="{2F269043-CDE8-0431-BA4E-8EC31B5AE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6244" name="Text Box 4">
            <a:extLst>
              <a:ext uri="{FF2B5EF4-FFF2-40B4-BE49-F238E27FC236}">
                <a16:creationId xmlns:a16="http://schemas.microsoft.com/office/drawing/2014/main" id="{B007129E-F8CD-91BC-7C11-D9CF409BB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6245" name="Text Box 5">
            <a:extLst>
              <a:ext uri="{FF2B5EF4-FFF2-40B4-BE49-F238E27FC236}">
                <a16:creationId xmlns:a16="http://schemas.microsoft.com/office/drawing/2014/main" id="{CF23BB21-8E16-03F2-CB98-33117B08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6246" name="Text Box 6">
            <a:extLst>
              <a:ext uri="{FF2B5EF4-FFF2-40B4-BE49-F238E27FC236}">
                <a16:creationId xmlns:a16="http://schemas.microsoft.com/office/drawing/2014/main" id="{3C968DDF-613E-5C85-F217-626AA62BE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6247" name="Text Box 7">
            <a:extLst>
              <a:ext uri="{FF2B5EF4-FFF2-40B4-BE49-F238E27FC236}">
                <a16:creationId xmlns:a16="http://schemas.microsoft.com/office/drawing/2014/main" id="{DB0809BA-C118-2C9C-0BD3-1ED498AE3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6248" name="Text Box 8">
            <a:extLst>
              <a:ext uri="{FF2B5EF4-FFF2-40B4-BE49-F238E27FC236}">
                <a16:creationId xmlns:a16="http://schemas.microsoft.com/office/drawing/2014/main" id="{F7DC0107-DB9F-6FFD-7E41-AB2A05602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6249" name="Text Box 9">
            <a:extLst>
              <a:ext uri="{FF2B5EF4-FFF2-40B4-BE49-F238E27FC236}">
                <a16:creationId xmlns:a16="http://schemas.microsoft.com/office/drawing/2014/main" id="{3BC4517F-D218-DC35-5545-690E50FCB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6250" name="Text Box 10">
            <a:extLst>
              <a:ext uri="{FF2B5EF4-FFF2-40B4-BE49-F238E27FC236}">
                <a16:creationId xmlns:a16="http://schemas.microsoft.com/office/drawing/2014/main" id="{F5E33AF2-D168-6148-93F8-6E1C46E79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6251" name="Text Box 11">
            <a:extLst>
              <a:ext uri="{FF2B5EF4-FFF2-40B4-BE49-F238E27FC236}">
                <a16:creationId xmlns:a16="http://schemas.microsoft.com/office/drawing/2014/main" id="{B5591823-7742-B2D3-0271-586E39DA5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6252" name="Text Box 12">
            <a:extLst>
              <a:ext uri="{FF2B5EF4-FFF2-40B4-BE49-F238E27FC236}">
                <a16:creationId xmlns:a16="http://schemas.microsoft.com/office/drawing/2014/main" id="{E45251FB-BE40-3806-A0DC-7D6C443E4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6253" name="Text Box 13">
            <a:extLst>
              <a:ext uri="{FF2B5EF4-FFF2-40B4-BE49-F238E27FC236}">
                <a16:creationId xmlns:a16="http://schemas.microsoft.com/office/drawing/2014/main" id="{AA6E1976-55A1-EC42-5DF9-6A2DEE86C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6254" name="Text Box 14">
            <a:extLst>
              <a:ext uri="{FF2B5EF4-FFF2-40B4-BE49-F238E27FC236}">
                <a16:creationId xmlns:a16="http://schemas.microsoft.com/office/drawing/2014/main" id="{EB895C90-137D-2850-4646-97D66F005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6255" name="Text Box 15">
            <a:extLst>
              <a:ext uri="{FF2B5EF4-FFF2-40B4-BE49-F238E27FC236}">
                <a16:creationId xmlns:a16="http://schemas.microsoft.com/office/drawing/2014/main" id="{ECD583FD-0ACD-28CA-2BBC-5CA83F825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66256" name="Text Box 16">
            <a:extLst>
              <a:ext uri="{FF2B5EF4-FFF2-40B4-BE49-F238E27FC236}">
                <a16:creationId xmlns:a16="http://schemas.microsoft.com/office/drawing/2014/main" id="{CABEA781-AF6E-808A-14CB-6CE122B47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6257" name="Text Box 17">
            <a:extLst>
              <a:ext uri="{FF2B5EF4-FFF2-40B4-BE49-F238E27FC236}">
                <a16:creationId xmlns:a16="http://schemas.microsoft.com/office/drawing/2014/main" id="{3C21BB1D-235F-1ACD-D0DF-86C219CB0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6258" name="Group 18">
            <a:extLst>
              <a:ext uri="{FF2B5EF4-FFF2-40B4-BE49-F238E27FC236}">
                <a16:creationId xmlns:a16="http://schemas.microsoft.com/office/drawing/2014/main" id="{BA22157A-668A-DB0C-4C0E-EFB06C990AA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8975" y="4152900"/>
            <a:ext cx="590550" cy="446088"/>
            <a:chOff x="1760" y="2424"/>
            <a:chExt cx="372" cy="502"/>
          </a:xfrm>
        </p:grpSpPr>
        <p:sp>
          <p:nvSpPr>
            <p:cNvPr id="266259" name="Line 19">
              <a:extLst>
                <a:ext uri="{FF2B5EF4-FFF2-40B4-BE49-F238E27FC236}">
                  <a16:creationId xmlns:a16="http://schemas.microsoft.com/office/drawing/2014/main" id="{22636660-DA48-8AC4-5973-C4B86EA3D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60" name="Line 20">
              <a:extLst>
                <a:ext uri="{FF2B5EF4-FFF2-40B4-BE49-F238E27FC236}">
                  <a16:creationId xmlns:a16="http://schemas.microsoft.com/office/drawing/2014/main" id="{9ABEA97C-1D07-71ED-1472-71CB11A57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61" name="Line 21">
              <a:extLst>
                <a:ext uri="{FF2B5EF4-FFF2-40B4-BE49-F238E27FC236}">
                  <a16:creationId xmlns:a16="http://schemas.microsoft.com/office/drawing/2014/main" id="{6B28D453-30A6-B717-82EE-D954E004E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262" name="Text Box 22">
            <a:extLst>
              <a:ext uri="{FF2B5EF4-FFF2-40B4-BE49-F238E27FC236}">
                <a16:creationId xmlns:a16="http://schemas.microsoft.com/office/drawing/2014/main" id="{85E21BB3-4B7E-CA58-545B-9AA146DFF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6263" name="Text Box 23">
            <a:extLst>
              <a:ext uri="{FF2B5EF4-FFF2-40B4-BE49-F238E27FC236}">
                <a16:creationId xmlns:a16="http://schemas.microsoft.com/office/drawing/2014/main" id="{53F38FD5-BCBD-4551-2DD9-813AC3B91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6264" name="Text Box 24">
            <a:extLst>
              <a:ext uri="{FF2B5EF4-FFF2-40B4-BE49-F238E27FC236}">
                <a16:creationId xmlns:a16="http://schemas.microsoft.com/office/drawing/2014/main" id="{57664D73-5024-DF0F-0E0F-3328CF123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F6363F94-3B8E-915A-3E33-07A5F2C6E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7267" name="Text Box 3">
            <a:extLst>
              <a:ext uri="{FF2B5EF4-FFF2-40B4-BE49-F238E27FC236}">
                <a16:creationId xmlns:a16="http://schemas.microsoft.com/office/drawing/2014/main" id="{4133CB81-7FCB-584F-3C24-E887AF88E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7268" name="Text Box 4">
            <a:extLst>
              <a:ext uri="{FF2B5EF4-FFF2-40B4-BE49-F238E27FC236}">
                <a16:creationId xmlns:a16="http://schemas.microsoft.com/office/drawing/2014/main" id="{203FF02F-8EC2-A41B-838E-C2C412B43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7269" name="Text Box 5">
            <a:extLst>
              <a:ext uri="{FF2B5EF4-FFF2-40B4-BE49-F238E27FC236}">
                <a16:creationId xmlns:a16="http://schemas.microsoft.com/office/drawing/2014/main" id="{B408E298-7530-6D23-551B-CBEF7D578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7270" name="Text Box 6">
            <a:extLst>
              <a:ext uri="{FF2B5EF4-FFF2-40B4-BE49-F238E27FC236}">
                <a16:creationId xmlns:a16="http://schemas.microsoft.com/office/drawing/2014/main" id="{ACCF90F8-BF0C-DB76-5B5E-7BAF6B01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7271" name="Text Box 7">
            <a:extLst>
              <a:ext uri="{FF2B5EF4-FFF2-40B4-BE49-F238E27FC236}">
                <a16:creationId xmlns:a16="http://schemas.microsoft.com/office/drawing/2014/main" id="{946DE4D0-DC44-623D-6A13-D88A91364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7272" name="Text Box 8">
            <a:extLst>
              <a:ext uri="{FF2B5EF4-FFF2-40B4-BE49-F238E27FC236}">
                <a16:creationId xmlns:a16="http://schemas.microsoft.com/office/drawing/2014/main" id="{13FDB05A-28C1-BDF3-208F-6E1945C4F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7273" name="Text Box 9">
            <a:extLst>
              <a:ext uri="{FF2B5EF4-FFF2-40B4-BE49-F238E27FC236}">
                <a16:creationId xmlns:a16="http://schemas.microsoft.com/office/drawing/2014/main" id="{22B781AA-D964-0267-6497-016E94381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7274" name="Text Box 10">
            <a:extLst>
              <a:ext uri="{FF2B5EF4-FFF2-40B4-BE49-F238E27FC236}">
                <a16:creationId xmlns:a16="http://schemas.microsoft.com/office/drawing/2014/main" id="{363AC7C6-5B56-870D-FD13-20CD5B914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7275" name="Text Box 11">
            <a:extLst>
              <a:ext uri="{FF2B5EF4-FFF2-40B4-BE49-F238E27FC236}">
                <a16:creationId xmlns:a16="http://schemas.microsoft.com/office/drawing/2014/main" id="{1576B3B3-3C0A-B3FB-6BD2-9A8893E9E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7276" name="Text Box 12">
            <a:extLst>
              <a:ext uri="{FF2B5EF4-FFF2-40B4-BE49-F238E27FC236}">
                <a16:creationId xmlns:a16="http://schemas.microsoft.com/office/drawing/2014/main" id="{84134709-E1C9-A318-18ED-52F1A955F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7277" name="Text Box 13">
            <a:extLst>
              <a:ext uri="{FF2B5EF4-FFF2-40B4-BE49-F238E27FC236}">
                <a16:creationId xmlns:a16="http://schemas.microsoft.com/office/drawing/2014/main" id="{5B68FD3D-50BA-9EDF-46B1-50800545C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7278" name="Text Box 14">
            <a:extLst>
              <a:ext uri="{FF2B5EF4-FFF2-40B4-BE49-F238E27FC236}">
                <a16:creationId xmlns:a16="http://schemas.microsoft.com/office/drawing/2014/main" id="{83827B41-357B-E131-7E91-E898C41C9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7279" name="Text Box 15">
            <a:extLst>
              <a:ext uri="{FF2B5EF4-FFF2-40B4-BE49-F238E27FC236}">
                <a16:creationId xmlns:a16="http://schemas.microsoft.com/office/drawing/2014/main" id="{B6B611C8-144E-5151-CB10-4CFEE529A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7280" name="Text Box 16">
            <a:extLst>
              <a:ext uri="{FF2B5EF4-FFF2-40B4-BE49-F238E27FC236}">
                <a16:creationId xmlns:a16="http://schemas.microsoft.com/office/drawing/2014/main" id="{E4236278-7EB7-4ED9-2A43-3AE9C3AB4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7281" name="Text Box 17">
            <a:extLst>
              <a:ext uri="{FF2B5EF4-FFF2-40B4-BE49-F238E27FC236}">
                <a16:creationId xmlns:a16="http://schemas.microsoft.com/office/drawing/2014/main" id="{54CB7D97-A1C0-4ED5-53C0-36EF935AC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7282" name="Group 18">
            <a:extLst>
              <a:ext uri="{FF2B5EF4-FFF2-40B4-BE49-F238E27FC236}">
                <a16:creationId xmlns:a16="http://schemas.microsoft.com/office/drawing/2014/main" id="{933602B7-EFAF-C846-0DB2-BBBE3DE3115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56188" y="4152900"/>
            <a:ext cx="590550" cy="446088"/>
            <a:chOff x="1760" y="2424"/>
            <a:chExt cx="372" cy="502"/>
          </a:xfrm>
        </p:grpSpPr>
        <p:sp>
          <p:nvSpPr>
            <p:cNvPr id="267283" name="Line 19">
              <a:extLst>
                <a:ext uri="{FF2B5EF4-FFF2-40B4-BE49-F238E27FC236}">
                  <a16:creationId xmlns:a16="http://schemas.microsoft.com/office/drawing/2014/main" id="{F65A1851-7E3D-4F33-F3DB-DC1165703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284" name="Line 20">
              <a:extLst>
                <a:ext uri="{FF2B5EF4-FFF2-40B4-BE49-F238E27FC236}">
                  <a16:creationId xmlns:a16="http://schemas.microsoft.com/office/drawing/2014/main" id="{AFA6C9C5-4311-7248-2E06-50BA7C968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285" name="Line 21">
              <a:extLst>
                <a:ext uri="{FF2B5EF4-FFF2-40B4-BE49-F238E27FC236}">
                  <a16:creationId xmlns:a16="http://schemas.microsoft.com/office/drawing/2014/main" id="{145151D3-3BAF-44B9-6711-61E262465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7286" name="Text Box 22">
            <a:extLst>
              <a:ext uri="{FF2B5EF4-FFF2-40B4-BE49-F238E27FC236}">
                <a16:creationId xmlns:a16="http://schemas.microsoft.com/office/drawing/2014/main" id="{1E01A010-315F-EAB1-33E9-AF81D0F4C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7287" name="Text Box 23">
            <a:extLst>
              <a:ext uri="{FF2B5EF4-FFF2-40B4-BE49-F238E27FC236}">
                <a16:creationId xmlns:a16="http://schemas.microsoft.com/office/drawing/2014/main" id="{2EC974F0-38F5-4590-C2FA-F2A0C7C8A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0F03E3BF-275F-5127-32E6-C3E7D7585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8291" name="Text Box 3">
            <a:extLst>
              <a:ext uri="{FF2B5EF4-FFF2-40B4-BE49-F238E27FC236}">
                <a16:creationId xmlns:a16="http://schemas.microsoft.com/office/drawing/2014/main" id="{2106EB65-2DE9-649F-2C7B-599B651A3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8292" name="Text Box 4">
            <a:extLst>
              <a:ext uri="{FF2B5EF4-FFF2-40B4-BE49-F238E27FC236}">
                <a16:creationId xmlns:a16="http://schemas.microsoft.com/office/drawing/2014/main" id="{7393D2D0-91AA-3365-BC8E-89B65B864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8293" name="Text Box 5">
            <a:extLst>
              <a:ext uri="{FF2B5EF4-FFF2-40B4-BE49-F238E27FC236}">
                <a16:creationId xmlns:a16="http://schemas.microsoft.com/office/drawing/2014/main" id="{F671F293-5587-8FBC-BEF1-0B558149C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8294" name="Text Box 6">
            <a:extLst>
              <a:ext uri="{FF2B5EF4-FFF2-40B4-BE49-F238E27FC236}">
                <a16:creationId xmlns:a16="http://schemas.microsoft.com/office/drawing/2014/main" id="{3D30A154-6F14-EA1C-C2B5-E92AE9091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8295" name="Text Box 7">
            <a:extLst>
              <a:ext uri="{FF2B5EF4-FFF2-40B4-BE49-F238E27FC236}">
                <a16:creationId xmlns:a16="http://schemas.microsoft.com/office/drawing/2014/main" id="{1B35182A-831F-EE27-75DB-E0101B665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8296" name="Text Box 8">
            <a:extLst>
              <a:ext uri="{FF2B5EF4-FFF2-40B4-BE49-F238E27FC236}">
                <a16:creationId xmlns:a16="http://schemas.microsoft.com/office/drawing/2014/main" id="{D142B752-21DB-6B18-B68C-2EA175CC4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8297" name="Text Box 9">
            <a:extLst>
              <a:ext uri="{FF2B5EF4-FFF2-40B4-BE49-F238E27FC236}">
                <a16:creationId xmlns:a16="http://schemas.microsoft.com/office/drawing/2014/main" id="{767AE419-7364-84CD-1C6C-138C0CDC8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8298" name="Text Box 10">
            <a:extLst>
              <a:ext uri="{FF2B5EF4-FFF2-40B4-BE49-F238E27FC236}">
                <a16:creationId xmlns:a16="http://schemas.microsoft.com/office/drawing/2014/main" id="{3C119917-A064-8998-75B4-B2B013C99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8299" name="Text Box 11">
            <a:extLst>
              <a:ext uri="{FF2B5EF4-FFF2-40B4-BE49-F238E27FC236}">
                <a16:creationId xmlns:a16="http://schemas.microsoft.com/office/drawing/2014/main" id="{680AF5FD-AA9E-C33F-3B6E-798A26723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8300" name="Text Box 12">
            <a:extLst>
              <a:ext uri="{FF2B5EF4-FFF2-40B4-BE49-F238E27FC236}">
                <a16:creationId xmlns:a16="http://schemas.microsoft.com/office/drawing/2014/main" id="{3DCC3E79-8C1D-58C8-AE10-23E36D3C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8301" name="Text Box 13">
            <a:extLst>
              <a:ext uri="{FF2B5EF4-FFF2-40B4-BE49-F238E27FC236}">
                <a16:creationId xmlns:a16="http://schemas.microsoft.com/office/drawing/2014/main" id="{118D125F-F474-ED8E-B53B-28132463B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8302" name="Text Box 14">
            <a:extLst>
              <a:ext uri="{FF2B5EF4-FFF2-40B4-BE49-F238E27FC236}">
                <a16:creationId xmlns:a16="http://schemas.microsoft.com/office/drawing/2014/main" id="{23420DA3-D7B3-9053-7EA0-ADF5D4E9C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8303" name="Text Box 15">
            <a:extLst>
              <a:ext uri="{FF2B5EF4-FFF2-40B4-BE49-F238E27FC236}">
                <a16:creationId xmlns:a16="http://schemas.microsoft.com/office/drawing/2014/main" id="{92795030-B870-FE07-875B-461F36EF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8304" name="Text Box 16">
            <a:extLst>
              <a:ext uri="{FF2B5EF4-FFF2-40B4-BE49-F238E27FC236}">
                <a16:creationId xmlns:a16="http://schemas.microsoft.com/office/drawing/2014/main" id="{576CB9D7-FD3D-54F6-5D48-0981B4812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8305" name="Text Box 17">
            <a:extLst>
              <a:ext uri="{FF2B5EF4-FFF2-40B4-BE49-F238E27FC236}">
                <a16:creationId xmlns:a16="http://schemas.microsoft.com/office/drawing/2014/main" id="{E7758FB4-C0CD-C7AA-1EB2-0D43DEE2F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8306" name="Group 18">
            <a:extLst>
              <a:ext uri="{FF2B5EF4-FFF2-40B4-BE49-F238E27FC236}">
                <a16:creationId xmlns:a16="http://schemas.microsoft.com/office/drawing/2014/main" id="{56B6C51D-D92D-CD43-6F36-A167AC166B9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56188" y="4152900"/>
            <a:ext cx="590550" cy="446088"/>
            <a:chOff x="1760" y="2424"/>
            <a:chExt cx="372" cy="502"/>
          </a:xfrm>
        </p:grpSpPr>
        <p:sp>
          <p:nvSpPr>
            <p:cNvPr id="268307" name="Line 19">
              <a:extLst>
                <a:ext uri="{FF2B5EF4-FFF2-40B4-BE49-F238E27FC236}">
                  <a16:creationId xmlns:a16="http://schemas.microsoft.com/office/drawing/2014/main" id="{0A278DAE-8F0C-6A48-527D-8820E865B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308" name="Line 20">
              <a:extLst>
                <a:ext uri="{FF2B5EF4-FFF2-40B4-BE49-F238E27FC236}">
                  <a16:creationId xmlns:a16="http://schemas.microsoft.com/office/drawing/2014/main" id="{1B8069E8-3197-D139-26F1-3AC130380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309" name="Line 21">
              <a:extLst>
                <a:ext uri="{FF2B5EF4-FFF2-40B4-BE49-F238E27FC236}">
                  <a16:creationId xmlns:a16="http://schemas.microsoft.com/office/drawing/2014/main" id="{D04F104F-AF44-90A7-6C69-A0CF9B518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8310" name="Text Box 22">
            <a:extLst>
              <a:ext uri="{FF2B5EF4-FFF2-40B4-BE49-F238E27FC236}">
                <a16:creationId xmlns:a16="http://schemas.microsoft.com/office/drawing/2014/main" id="{1DBE97EC-D145-58CE-F7A1-B77AB98EC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8311" name="Text Box 23">
            <a:extLst>
              <a:ext uri="{FF2B5EF4-FFF2-40B4-BE49-F238E27FC236}">
                <a16:creationId xmlns:a16="http://schemas.microsoft.com/office/drawing/2014/main" id="{EBCD6F45-8671-FE58-A234-F0C8BA01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8312" name="Text Box 24">
            <a:extLst>
              <a:ext uri="{FF2B5EF4-FFF2-40B4-BE49-F238E27FC236}">
                <a16:creationId xmlns:a16="http://schemas.microsoft.com/office/drawing/2014/main" id="{CF222650-9F48-BDF6-087F-D22E78F3B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0925FBA0-2847-401D-ED8D-A521E5B0E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Second “Bubble Up”</a:t>
            </a:r>
          </a:p>
        </p:txBody>
      </p:sp>
      <p:sp>
        <p:nvSpPr>
          <p:cNvPr id="269315" name="Text Box 3">
            <a:extLst>
              <a:ext uri="{FF2B5EF4-FFF2-40B4-BE49-F238E27FC236}">
                <a16:creationId xmlns:a16="http://schemas.microsoft.com/office/drawing/2014/main" id="{A185ABE1-8C01-7302-C2B4-F7548BEAC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69316" name="Text Box 4">
            <a:extLst>
              <a:ext uri="{FF2B5EF4-FFF2-40B4-BE49-F238E27FC236}">
                <a16:creationId xmlns:a16="http://schemas.microsoft.com/office/drawing/2014/main" id="{5198157B-C2ED-87EA-95A0-C9823966C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9317" name="Text Box 5">
            <a:extLst>
              <a:ext uri="{FF2B5EF4-FFF2-40B4-BE49-F238E27FC236}">
                <a16:creationId xmlns:a16="http://schemas.microsoft.com/office/drawing/2014/main" id="{18FACDAE-DEBD-94E8-B7D1-7E566DAF2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69318" name="Text Box 6">
            <a:extLst>
              <a:ext uri="{FF2B5EF4-FFF2-40B4-BE49-F238E27FC236}">
                <a16:creationId xmlns:a16="http://schemas.microsoft.com/office/drawing/2014/main" id="{7EF2605A-6D77-C99D-7814-BF188D33E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69319" name="Text Box 7">
            <a:extLst>
              <a:ext uri="{FF2B5EF4-FFF2-40B4-BE49-F238E27FC236}">
                <a16:creationId xmlns:a16="http://schemas.microsoft.com/office/drawing/2014/main" id="{509C02EF-007D-6002-168A-BB18613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69320" name="Text Box 8">
            <a:extLst>
              <a:ext uri="{FF2B5EF4-FFF2-40B4-BE49-F238E27FC236}">
                <a16:creationId xmlns:a16="http://schemas.microsoft.com/office/drawing/2014/main" id="{C83DA2AF-0211-CEDF-26D1-16586C6B9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69321" name="Text Box 9">
            <a:extLst>
              <a:ext uri="{FF2B5EF4-FFF2-40B4-BE49-F238E27FC236}">
                <a16:creationId xmlns:a16="http://schemas.microsoft.com/office/drawing/2014/main" id="{30A1ACBB-557B-5758-AC00-6AFB07B87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69322" name="Text Box 10">
            <a:extLst>
              <a:ext uri="{FF2B5EF4-FFF2-40B4-BE49-F238E27FC236}">
                <a16:creationId xmlns:a16="http://schemas.microsoft.com/office/drawing/2014/main" id="{DF419D05-1CBB-8041-ABBF-34A8C6E29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69323" name="Text Box 11">
            <a:extLst>
              <a:ext uri="{FF2B5EF4-FFF2-40B4-BE49-F238E27FC236}">
                <a16:creationId xmlns:a16="http://schemas.microsoft.com/office/drawing/2014/main" id="{B3488037-A59D-0EF0-06FE-ABBA5A466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69324" name="Text Box 12">
            <a:extLst>
              <a:ext uri="{FF2B5EF4-FFF2-40B4-BE49-F238E27FC236}">
                <a16:creationId xmlns:a16="http://schemas.microsoft.com/office/drawing/2014/main" id="{1DBF270B-235C-C2F5-1073-B74F094C7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69325" name="Text Box 13">
            <a:extLst>
              <a:ext uri="{FF2B5EF4-FFF2-40B4-BE49-F238E27FC236}">
                <a16:creationId xmlns:a16="http://schemas.microsoft.com/office/drawing/2014/main" id="{29B3D196-DBA5-1F1E-C9D1-4A6BD4FDD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69326" name="Text Box 14">
            <a:extLst>
              <a:ext uri="{FF2B5EF4-FFF2-40B4-BE49-F238E27FC236}">
                <a16:creationId xmlns:a16="http://schemas.microsoft.com/office/drawing/2014/main" id="{D6F778A7-3194-42F8-20AD-E294EC84C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9327" name="Text Box 15">
            <a:extLst>
              <a:ext uri="{FF2B5EF4-FFF2-40B4-BE49-F238E27FC236}">
                <a16:creationId xmlns:a16="http://schemas.microsoft.com/office/drawing/2014/main" id="{A60600D7-68D0-BB17-4703-8744F3E3D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69328" name="Text Box 16">
            <a:extLst>
              <a:ext uri="{FF2B5EF4-FFF2-40B4-BE49-F238E27FC236}">
                <a16:creationId xmlns:a16="http://schemas.microsoft.com/office/drawing/2014/main" id="{CE7850CB-19E0-F72C-202B-E3DC51A5E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69329" name="Text Box 17">
            <a:extLst>
              <a:ext uri="{FF2B5EF4-FFF2-40B4-BE49-F238E27FC236}">
                <a16:creationId xmlns:a16="http://schemas.microsoft.com/office/drawing/2014/main" id="{39DB7338-3F9F-54F1-4030-C615B393A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69330" name="Group 18">
            <a:extLst>
              <a:ext uri="{FF2B5EF4-FFF2-40B4-BE49-F238E27FC236}">
                <a16:creationId xmlns:a16="http://schemas.microsoft.com/office/drawing/2014/main" id="{8E8396A0-A7E1-70F1-4BB1-AE5B9C5F300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56188" y="4152900"/>
            <a:ext cx="590550" cy="446088"/>
            <a:chOff x="1760" y="2424"/>
            <a:chExt cx="372" cy="502"/>
          </a:xfrm>
        </p:grpSpPr>
        <p:sp>
          <p:nvSpPr>
            <p:cNvPr id="269331" name="Line 19">
              <a:extLst>
                <a:ext uri="{FF2B5EF4-FFF2-40B4-BE49-F238E27FC236}">
                  <a16:creationId xmlns:a16="http://schemas.microsoft.com/office/drawing/2014/main" id="{A520A4F4-EE50-7015-F92D-CA18A3A18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2" name="Line 20">
              <a:extLst>
                <a:ext uri="{FF2B5EF4-FFF2-40B4-BE49-F238E27FC236}">
                  <a16:creationId xmlns:a16="http://schemas.microsoft.com/office/drawing/2014/main" id="{3AC1E947-13B5-ABB7-ADB0-D130C1204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333" name="Line 21">
              <a:extLst>
                <a:ext uri="{FF2B5EF4-FFF2-40B4-BE49-F238E27FC236}">
                  <a16:creationId xmlns:a16="http://schemas.microsoft.com/office/drawing/2014/main" id="{D83EA42D-7E81-BFA6-558F-DAC11153E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9334" name="Text Box 22">
            <a:extLst>
              <a:ext uri="{FF2B5EF4-FFF2-40B4-BE49-F238E27FC236}">
                <a16:creationId xmlns:a16="http://schemas.microsoft.com/office/drawing/2014/main" id="{EC0CC759-093F-2A35-0EE6-B47E2637B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69335" name="Text Box 23">
            <a:extLst>
              <a:ext uri="{FF2B5EF4-FFF2-40B4-BE49-F238E27FC236}">
                <a16:creationId xmlns:a16="http://schemas.microsoft.com/office/drawing/2014/main" id="{DCD28022-906F-39AF-E88B-5BFFC387F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69336" name="Text Box 24">
            <a:extLst>
              <a:ext uri="{FF2B5EF4-FFF2-40B4-BE49-F238E27FC236}">
                <a16:creationId xmlns:a16="http://schemas.microsoft.com/office/drawing/2014/main" id="{B4D92C89-636E-E181-AFFA-40A472757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3657600"/>
            <a:ext cx="1017588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BBAFF7E0-0629-B80D-7BEB-F37D59E63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Second Pass of Outer Loop</a:t>
            </a:r>
          </a:p>
        </p:txBody>
      </p:sp>
      <p:sp>
        <p:nvSpPr>
          <p:cNvPr id="270339" name="Text Box 3">
            <a:extLst>
              <a:ext uri="{FF2B5EF4-FFF2-40B4-BE49-F238E27FC236}">
                <a16:creationId xmlns:a16="http://schemas.microsoft.com/office/drawing/2014/main" id="{E79E99DD-E8EF-22CB-743C-EEB331A92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0340" name="Text Box 4">
            <a:extLst>
              <a:ext uri="{FF2B5EF4-FFF2-40B4-BE49-F238E27FC236}">
                <a16:creationId xmlns:a16="http://schemas.microsoft.com/office/drawing/2014/main" id="{96A60EF0-34D6-E367-3A88-EF6E15343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0341" name="Text Box 5">
            <a:extLst>
              <a:ext uri="{FF2B5EF4-FFF2-40B4-BE49-F238E27FC236}">
                <a16:creationId xmlns:a16="http://schemas.microsoft.com/office/drawing/2014/main" id="{E9676AA8-88E8-658A-9E5A-E9C8BF489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0342" name="Text Box 6">
            <a:extLst>
              <a:ext uri="{FF2B5EF4-FFF2-40B4-BE49-F238E27FC236}">
                <a16:creationId xmlns:a16="http://schemas.microsoft.com/office/drawing/2014/main" id="{5E0EDD29-F2A0-B3B8-C001-CF640D73D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0343" name="Text Box 7">
            <a:extLst>
              <a:ext uri="{FF2B5EF4-FFF2-40B4-BE49-F238E27FC236}">
                <a16:creationId xmlns:a16="http://schemas.microsoft.com/office/drawing/2014/main" id="{D37BB7AF-1C74-27BC-F40E-D593F0D26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0344" name="Text Box 8">
            <a:extLst>
              <a:ext uri="{FF2B5EF4-FFF2-40B4-BE49-F238E27FC236}">
                <a16:creationId xmlns:a16="http://schemas.microsoft.com/office/drawing/2014/main" id="{1B620F1A-AE5F-48BC-56BC-4187B7201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0345" name="Text Box 9">
            <a:extLst>
              <a:ext uri="{FF2B5EF4-FFF2-40B4-BE49-F238E27FC236}">
                <a16:creationId xmlns:a16="http://schemas.microsoft.com/office/drawing/2014/main" id="{05DD211D-CEFD-2782-F097-E2EC84C8B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0346" name="Text Box 10">
            <a:extLst>
              <a:ext uri="{FF2B5EF4-FFF2-40B4-BE49-F238E27FC236}">
                <a16:creationId xmlns:a16="http://schemas.microsoft.com/office/drawing/2014/main" id="{53CACEBD-31E9-E233-7F0C-D8BB37068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0347" name="Text Box 11">
            <a:extLst>
              <a:ext uri="{FF2B5EF4-FFF2-40B4-BE49-F238E27FC236}">
                <a16:creationId xmlns:a16="http://schemas.microsoft.com/office/drawing/2014/main" id="{41F6F1D9-B5B9-5D2E-3711-A72EE9D82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0348" name="Text Box 12">
            <a:extLst>
              <a:ext uri="{FF2B5EF4-FFF2-40B4-BE49-F238E27FC236}">
                <a16:creationId xmlns:a16="http://schemas.microsoft.com/office/drawing/2014/main" id="{DB59BE20-BCE9-35FC-CA87-4F52DE543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0349" name="Text Box 13">
            <a:extLst>
              <a:ext uri="{FF2B5EF4-FFF2-40B4-BE49-F238E27FC236}">
                <a16:creationId xmlns:a16="http://schemas.microsoft.com/office/drawing/2014/main" id="{0AFFCD26-CF06-656D-2F67-BEA57AB6E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0350" name="Text Box 14">
            <a:extLst>
              <a:ext uri="{FF2B5EF4-FFF2-40B4-BE49-F238E27FC236}">
                <a16:creationId xmlns:a16="http://schemas.microsoft.com/office/drawing/2014/main" id="{F75020A4-B81F-1C8A-D219-E09E4457A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0351" name="Text Box 15">
            <a:extLst>
              <a:ext uri="{FF2B5EF4-FFF2-40B4-BE49-F238E27FC236}">
                <a16:creationId xmlns:a16="http://schemas.microsoft.com/office/drawing/2014/main" id="{3BC87C34-9F84-F0A6-3E91-6565D19EE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70352" name="Text Box 16">
            <a:extLst>
              <a:ext uri="{FF2B5EF4-FFF2-40B4-BE49-F238E27FC236}">
                <a16:creationId xmlns:a16="http://schemas.microsoft.com/office/drawing/2014/main" id="{0AECABB8-4ED7-E4A3-532B-5E78EFCFC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0353" name="Text Box 17">
            <a:extLst>
              <a:ext uri="{FF2B5EF4-FFF2-40B4-BE49-F238E27FC236}">
                <a16:creationId xmlns:a16="http://schemas.microsoft.com/office/drawing/2014/main" id="{19A96699-0C03-82D6-4B14-C40E6B8DB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0354" name="Group 18">
            <a:extLst>
              <a:ext uri="{FF2B5EF4-FFF2-40B4-BE49-F238E27FC236}">
                <a16:creationId xmlns:a16="http://schemas.microsoft.com/office/drawing/2014/main" id="{BC4333D7-69E5-93C6-E644-DE4D52F7591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67375" y="4152900"/>
            <a:ext cx="590550" cy="446088"/>
            <a:chOff x="1760" y="2424"/>
            <a:chExt cx="372" cy="502"/>
          </a:xfrm>
        </p:grpSpPr>
        <p:sp>
          <p:nvSpPr>
            <p:cNvPr id="270355" name="Line 19">
              <a:extLst>
                <a:ext uri="{FF2B5EF4-FFF2-40B4-BE49-F238E27FC236}">
                  <a16:creationId xmlns:a16="http://schemas.microsoft.com/office/drawing/2014/main" id="{14CABAE8-7F99-700E-CBF0-8D2021563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356" name="Line 20">
              <a:extLst>
                <a:ext uri="{FF2B5EF4-FFF2-40B4-BE49-F238E27FC236}">
                  <a16:creationId xmlns:a16="http://schemas.microsoft.com/office/drawing/2014/main" id="{1C91D37B-03C3-5D1F-B959-875E3DFBC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357" name="Line 21">
              <a:extLst>
                <a:ext uri="{FF2B5EF4-FFF2-40B4-BE49-F238E27FC236}">
                  <a16:creationId xmlns:a16="http://schemas.microsoft.com/office/drawing/2014/main" id="{4DC14B69-3871-E2B6-D71A-EB69B9540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0358" name="Text Box 22">
            <a:extLst>
              <a:ext uri="{FF2B5EF4-FFF2-40B4-BE49-F238E27FC236}">
                <a16:creationId xmlns:a16="http://schemas.microsoft.com/office/drawing/2014/main" id="{C88CCCEB-C97F-342C-6840-76B0C5C96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0359" name="Text Box 23">
            <a:extLst>
              <a:ext uri="{FF2B5EF4-FFF2-40B4-BE49-F238E27FC236}">
                <a16:creationId xmlns:a16="http://schemas.microsoft.com/office/drawing/2014/main" id="{0F5E6F13-8ED8-6DFA-DE34-C7A0FB77E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70361" name="Text Box 25">
            <a:extLst>
              <a:ext uri="{FF2B5EF4-FFF2-40B4-BE49-F238E27FC236}">
                <a16:creationId xmlns:a16="http://schemas.microsoft.com/office/drawing/2014/main" id="{CF17FAFE-4CFC-92B0-B167-99E021258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497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Finished second “Bubble Up”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2545BE75-989B-8C46-AD6B-06DB87D4C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1363" name="Text Box 3">
            <a:extLst>
              <a:ext uri="{FF2B5EF4-FFF2-40B4-BE49-F238E27FC236}">
                <a16:creationId xmlns:a16="http://schemas.microsoft.com/office/drawing/2014/main" id="{F2F77490-76AF-8AAD-B227-C85C2F94A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1364" name="Text Box 4">
            <a:extLst>
              <a:ext uri="{FF2B5EF4-FFF2-40B4-BE49-F238E27FC236}">
                <a16:creationId xmlns:a16="http://schemas.microsoft.com/office/drawing/2014/main" id="{06C1EA94-4C37-C81F-72B9-309445CBC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1365" name="Text Box 5">
            <a:extLst>
              <a:ext uri="{FF2B5EF4-FFF2-40B4-BE49-F238E27FC236}">
                <a16:creationId xmlns:a16="http://schemas.microsoft.com/office/drawing/2014/main" id="{9F0BFA1E-380C-C945-AFF9-928887141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1366" name="Text Box 6">
            <a:extLst>
              <a:ext uri="{FF2B5EF4-FFF2-40B4-BE49-F238E27FC236}">
                <a16:creationId xmlns:a16="http://schemas.microsoft.com/office/drawing/2014/main" id="{8D391802-3078-8D16-66A5-EED4DA7F0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1367" name="Text Box 7">
            <a:extLst>
              <a:ext uri="{FF2B5EF4-FFF2-40B4-BE49-F238E27FC236}">
                <a16:creationId xmlns:a16="http://schemas.microsoft.com/office/drawing/2014/main" id="{07F2D894-49DF-3939-AAE9-1E2347821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1368" name="Text Box 8">
            <a:extLst>
              <a:ext uri="{FF2B5EF4-FFF2-40B4-BE49-F238E27FC236}">
                <a16:creationId xmlns:a16="http://schemas.microsoft.com/office/drawing/2014/main" id="{F0B21F86-4CF2-AB11-B854-2FC17F4E3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1369" name="Text Box 9">
            <a:extLst>
              <a:ext uri="{FF2B5EF4-FFF2-40B4-BE49-F238E27FC236}">
                <a16:creationId xmlns:a16="http://schemas.microsoft.com/office/drawing/2014/main" id="{1690F46C-DC0D-046A-1C91-644087C7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1370" name="Text Box 10">
            <a:extLst>
              <a:ext uri="{FF2B5EF4-FFF2-40B4-BE49-F238E27FC236}">
                <a16:creationId xmlns:a16="http://schemas.microsoft.com/office/drawing/2014/main" id="{5F91938B-A1F1-0902-D31C-05DE74976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1371" name="Text Box 11">
            <a:extLst>
              <a:ext uri="{FF2B5EF4-FFF2-40B4-BE49-F238E27FC236}">
                <a16:creationId xmlns:a16="http://schemas.microsoft.com/office/drawing/2014/main" id="{505003B6-189C-E08A-D93F-1E4601F08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1372" name="Text Box 12">
            <a:extLst>
              <a:ext uri="{FF2B5EF4-FFF2-40B4-BE49-F238E27FC236}">
                <a16:creationId xmlns:a16="http://schemas.microsoft.com/office/drawing/2014/main" id="{B75DF151-80CA-08F5-9942-0F2BF3C22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1373" name="Text Box 13">
            <a:extLst>
              <a:ext uri="{FF2B5EF4-FFF2-40B4-BE49-F238E27FC236}">
                <a16:creationId xmlns:a16="http://schemas.microsoft.com/office/drawing/2014/main" id="{B03FFE27-CADB-726B-7714-2F4684174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1374" name="Text Box 14">
            <a:extLst>
              <a:ext uri="{FF2B5EF4-FFF2-40B4-BE49-F238E27FC236}">
                <a16:creationId xmlns:a16="http://schemas.microsoft.com/office/drawing/2014/main" id="{8F8A833B-BE75-900A-675D-72388C676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1375" name="Text Box 15">
            <a:extLst>
              <a:ext uri="{FF2B5EF4-FFF2-40B4-BE49-F238E27FC236}">
                <a16:creationId xmlns:a16="http://schemas.microsoft.com/office/drawing/2014/main" id="{CED53440-8F1E-5B13-A1FB-BFEBC3369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71376" name="Text Box 16">
            <a:extLst>
              <a:ext uri="{FF2B5EF4-FFF2-40B4-BE49-F238E27FC236}">
                <a16:creationId xmlns:a16="http://schemas.microsoft.com/office/drawing/2014/main" id="{D22EC515-121B-8ECD-F33A-BEF6C9A07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1377" name="Text Box 17">
            <a:extLst>
              <a:ext uri="{FF2B5EF4-FFF2-40B4-BE49-F238E27FC236}">
                <a16:creationId xmlns:a16="http://schemas.microsoft.com/office/drawing/2014/main" id="{D3917143-86D7-E330-56AD-8C53A0204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1378" name="Group 18">
            <a:extLst>
              <a:ext uri="{FF2B5EF4-FFF2-40B4-BE49-F238E27FC236}">
                <a16:creationId xmlns:a16="http://schemas.microsoft.com/office/drawing/2014/main" id="{FD1EAF30-1EC0-3ABA-0721-8D2295F6B2CA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71379" name="Line 19">
              <a:extLst>
                <a:ext uri="{FF2B5EF4-FFF2-40B4-BE49-F238E27FC236}">
                  <a16:creationId xmlns:a16="http://schemas.microsoft.com/office/drawing/2014/main" id="{529A52B4-F90F-B815-D8D8-1CC01F5D0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380" name="Line 20">
              <a:extLst>
                <a:ext uri="{FF2B5EF4-FFF2-40B4-BE49-F238E27FC236}">
                  <a16:creationId xmlns:a16="http://schemas.microsoft.com/office/drawing/2014/main" id="{164FD592-F7CD-1A07-08B4-00F95AFFD6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381" name="Line 21">
              <a:extLst>
                <a:ext uri="{FF2B5EF4-FFF2-40B4-BE49-F238E27FC236}">
                  <a16:creationId xmlns:a16="http://schemas.microsoft.com/office/drawing/2014/main" id="{64E8117D-84E5-4CFB-23C1-903E13792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1382" name="Text Box 22">
            <a:extLst>
              <a:ext uri="{FF2B5EF4-FFF2-40B4-BE49-F238E27FC236}">
                <a16:creationId xmlns:a16="http://schemas.microsoft.com/office/drawing/2014/main" id="{68FA0F4B-1198-0208-4911-42EA9A99B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1383" name="Text Box 23">
            <a:extLst>
              <a:ext uri="{FF2B5EF4-FFF2-40B4-BE49-F238E27FC236}">
                <a16:creationId xmlns:a16="http://schemas.microsoft.com/office/drawing/2014/main" id="{39264330-0E21-6EBA-583F-D705A21D2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4AFCEEBD-1400-F74F-F16C-5882A371E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2387" name="Text Box 3">
            <a:extLst>
              <a:ext uri="{FF2B5EF4-FFF2-40B4-BE49-F238E27FC236}">
                <a16:creationId xmlns:a16="http://schemas.microsoft.com/office/drawing/2014/main" id="{12C84CCA-B88F-523F-6347-68FAEDB5F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2388" name="Text Box 4">
            <a:extLst>
              <a:ext uri="{FF2B5EF4-FFF2-40B4-BE49-F238E27FC236}">
                <a16:creationId xmlns:a16="http://schemas.microsoft.com/office/drawing/2014/main" id="{84F773B5-910B-6203-DD7E-55A9E00F3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2389" name="Text Box 5">
            <a:extLst>
              <a:ext uri="{FF2B5EF4-FFF2-40B4-BE49-F238E27FC236}">
                <a16:creationId xmlns:a16="http://schemas.microsoft.com/office/drawing/2014/main" id="{FFDA48F6-5550-4DA5-AE32-EC583AF49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2390" name="Text Box 6">
            <a:extLst>
              <a:ext uri="{FF2B5EF4-FFF2-40B4-BE49-F238E27FC236}">
                <a16:creationId xmlns:a16="http://schemas.microsoft.com/office/drawing/2014/main" id="{71FDEEBD-F330-C15C-A2AF-1B9CC3DB6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2391" name="Text Box 7">
            <a:extLst>
              <a:ext uri="{FF2B5EF4-FFF2-40B4-BE49-F238E27FC236}">
                <a16:creationId xmlns:a16="http://schemas.microsoft.com/office/drawing/2014/main" id="{C66446F4-9C75-F5D6-1E09-23543B4F4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2392" name="Text Box 8">
            <a:extLst>
              <a:ext uri="{FF2B5EF4-FFF2-40B4-BE49-F238E27FC236}">
                <a16:creationId xmlns:a16="http://schemas.microsoft.com/office/drawing/2014/main" id="{8F0AF8F1-A747-289F-6A71-DC87D9BBC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2393" name="Text Box 9">
            <a:extLst>
              <a:ext uri="{FF2B5EF4-FFF2-40B4-BE49-F238E27FC236}">
                <a16:creationId xmlns:a16="http://schemas.microsoft.com/office/drawing/2014/main" id="{49134E42-0078-A96A-C188-6988E7152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2394" name="Text Box 10">
            <a:extLst>
              <a:ext uri="{FF2B5EF4-FFF2-40B4-BE49-F238E27FC236}">
                <a16:creationId xmlns:a16="http://schemas.microsoft.com/office/drawing/2014/main" id="{F5CD953A-58C7-7EA3-0AF7-C6B25122E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2395" name="Text Box 11">
            <a:extLst>
              <a:ext uri="{FF2B5EF4-FFF2-40B4-BE49-F238E27FC236}">
                <a16:creationId xmlns:a16="http://schemas.microsoft.com/office/drawing/2014/main" id="{53138599-A72B-2ED6-F037-B32E71CB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2396" name="Text Box 12">
            <a:extLst>
              <a:ext uri="{FF2B5EF4-FFF2-40B4-BE49-F238E27FC236}">
                <a16:creationId xmlns:a16="http://schemas.microsoft.com/office/drawing/2014/main" id="{E8E84425-4725-48A5-6A7F-583F665D7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2397" name="Text Box 13">
            <a:extLst>
              <a:ext uri="{FF2B5EF4-FFF2-40B4-BE49-F238E27FC236}">
                <a16:creationId xmlns:a16="http://schemas.microsoft.com/office/drawing/2014/main" id="{EB94EED6-DF3E-DFD6-CEF3-63C3970B5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2398" name="Text Box 14">
            <a:extLst>
              <a:ext uri="{FF2B5EF4-FFF2-40B4-BE49-F238E27FC236}">
                <a16:creationId xmlns:a16="http://schemas.microsoft.com/office/drawing/2014/main" id="{2F65A1B3-C4D1-AC9C-DC6E-49C442A79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2399" name="Text Box 15">
            <a:extLst>
              <a:ext uri="{FF2B5EF4-FFF2-40B4-BE49-F238E27FC236}">
                <a16:creationId xmlns:a16="http://schemas.microsoft.com/office/drawing/2014/main" id="{308911D7-61C2-1C0E-ACDD-D43C50424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72400" name="Text Box 16">
            <a:extLst>
              <a:ext uri="{FF2B5EF4-FFF2-40B4-BE49-F238E27FC236}">
                <a16:creationId xmlns:a16="http://schemas.microsoft.com/office/drawing/2014/main" id="{06E51ED7-10DF-175C-B1B3-B39C5B261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2401" name="Text Box 17">
            <a:extLst>
              <a:ext uri="{FF2B5EF4-FFF2-40B4-BE49-F238E27FC236}">
                <a16:creationId xmlns:a16="http://schemas.microsoft.com/office/drawing/2014/main" id="{ABAAA8E6-C678-3B43-88ED-08A4FC752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2402" name="Group 18">
            <a:extLst>
              <a:ext uri="{FF2B5EF4-FFF2-40B4-BE49-F238E27FC236}">
                <a16:creationId xmlns:a16="http://schemas.microsoft.com/office/drawing/2014/main" id="{5FBFE5BB-6725-6186-6957-1FE0B9B0767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72403" name="Line 19">
              <a:extLst>
                <a:ext uri="{FF2B5EF4-FFF2-40B4-BE49-F238E27FC236}">
                  <a16:creationId xmlns:a16="http://schemas.microsoft.com/office/drawing/2014/main" id="{876ACD2A-1F09-FF18-CC18-9A101ED5F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04" name="Line 20">
              <a:extLst>
                <a:ext uri="{FF2B5EF4-FFF2-40B4-BE49-F238E27FC236}">
                  <a16:creationId xmlns:a16="http://schemas.microsoft.com/office/drawing/2014/main" id="{7B88216C-D707-234A-8A79-C06CE622D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405" name="Line 21">
              <a:extLst>
                <a:ext uri="{FF2B5EF4-FFF2-40B4-BE49-F238E27FC236}">
                  <a16:creationId xmlns:a16="http://schemas.microsoft.com/office/drawing/2014/main" id="{67AAE787-05DB-FE25-DDC0-11C7C418A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2406" name="Text Box 22">
            <a:extLst>
              <a:ext uri="{FF2B5EF4-FFF2-40B4-BE49-F238E27FC236}">
                <a16:creationId xmlns:a16="http://schemas.microsoft.com/office/drawing/2014/main" id="{3FCCE2F6-FF39-593A-32B4-93A98368A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2407" name="Text Box 23">
            <a:extLst>
              <a:ext uri="{FF2B5EF4-FFF2-40B4-BE49-F238E27FC236}">
                <a16:creationId xmlns:a16="http://schemas.microsoft.com/office/drawing/2014/main" id="{F4D75F5F-D120-D7F4-B4A8-D211D04E5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272408" name="Text Box 24">
            <a:extLst>
              <a:ext uri="{FF2B5EF4-FFF2-40B4-BE49-F238E27FC236}">
                <a16:creationId xmlns:a16="http://schemas.microsoft.com/office/drawing/2014/main" id="{C7B39ED6-25EC-EA49-5A9B-1C218F7CD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57813FC3-C0D0-68F1-1F6A-F64DCF79B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3411" name="Text Box 3">
            <a:extLst>
              <a:ext uri="{FF2B5EF4-FFF2-40B4-BE49-F238E27FC236}">
                <a16:creationId xmlns:a16="http://schemas.microsoft.com/office/drawing/2014/main" id="{DC3E4CB3-FDEE-A3E4-989D-A90BCB498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3412" name="Text Box 4">
            <a:extLst>
              <a:ext uri="{FF2B5EF4-FFF2-40B4-BE49-F238E27FC236}">
                <a16:creationId xmlns:a16="http://schemas.microsoft.com/office/drawing/2014/main" id="{06701117-51AD-0336-324E-292EFE438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3413" name="Text Box 5">
            <a:extLst>
              <a:ext uri="{FF2B5EF4-FFF2-40B4-BE49-F238E27FC236}">
                <a16:creationId xmlns:a16="http://schemas.microsoft.com/office/drawing/2014/main" id="{A5F251BC-6C19-6072-24CD-749FF7688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3414" name="Text Box 6">
            <a:extLst>
              <a:ext uri="{FF2B5EF4-FFF2-40B4-BE49-F238E27FC236}">
                <a16:creationId xmlns:a16="http://schemas.microsoft.com/office/drawing/2014/main" id="{B56A5B3F-0BA9-B0CC-E91B-DF31789A5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3415" name="Text Box 7">
            <a:extLst>
              <a:ext uri="{FF2B5EF4-FFF2-40B4-BE49-F238E27FC236}">
                <a16:creationId xmlns:a16="http://schemas.microsoft.com/office/drawing/2014/main" id="{26950093-B2D8-072F-B69C-598789057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3416" name="Text Box 8">
            <a:extLst>
              <a:ext uri="{FF2B5EF4-FFF2-40B4-BE49-F238E27FC236}">
                <a16:creationId xmlns:a16="http://schemas.microsoft.com/office/drawing/2014/main" id="{37E9850D-6168-5ECC-CD2D-FDB533B99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3417" name="Text Box 9">
            <a:extLst>
              <a:ext uri="{FF2B5EF4-FFF2-40B4-BE49-F238E27FC236}">
                <a16:creationId xmlns:a16="http://schemas.microsoft.com/office/drawing/2014/main" id="{D32F0BC2-0970-029B-C2DC-089D9905E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3418" name="Text Box 10">
            <a:extLst>
              <a:ext uri="{FF2B5EF4-FFF2-40B4-BE49-F238E27FC236}">
                <a16:creationId xmlns:a16="http://schemas.microsoft.com/office/drawing/2014/main" id="{18C032BB-4E24-1C98-5C88-6FB8F9994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3419" name="Text Box 11">
            <a:extLst>
              <a:ext uri="{FF2B5EF4-FFF2-40B4-BE49-F238E27FC236}">
                <a16:creationId xmlns:a16="http://schemas.microsoft.com/office/drawing/2014/main" id="{D88B644F-B4E0-C981-86B9-391E754E1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3420" name="Text Box 12">
            <a:extLst>
              <a:ext uri="{FF2B5EF4-FFF2-40B4-BE49-F238E27FC236}">
                <a16:creationId xmlns:a16="http://schemas.microsoft.com/office/drawing/2014/main" id="{E254B830-E66A-F7B1-F6C1-12AA79308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3421" name="Text Box 13">
            <a:extLst>
              <a:ext uri="{FF2B5EF4-FFF2-40B4-BE49-F238E27FC236}">
                <a16:creationId xmlns:a16="http://schemas.microsoft.com/office/drawing/2014/main" id="{6C01A3F0-FEEB-617E-7F56-642F3108D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3422" name="Text Box 14">
            <a:extLst>
              <a:ext uri="{FF2B5EF4-FFF2-40B4-BE49-F238E27FC236}">
                <a16:creationId xmlns:a16="http://schemas.microsoft.com/office/drawing/2014/main" id="{8620EF44-BD0A-F57D-1F34-37EED860E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3423" name="Text Box 15">
            <a:extLst>
              <a:ext uri="{FF2B5EF4-FFF2-40B4-BE49-F238E27FC236}">
                <a16:creationId xmlns:a16="http://schemas.microsoft.com/office/drawing/2014/main" id="{DF8E0509-2E61-D6AF-DEA8-32FF09659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73424" name="Text Box 16">
            <a:extLst>
              <a:ext uri="{FF2B5EF4-FFF2-40B4-BE49-F238E27FC236}">
                <a16:creationId xmlns:a16="http://schemas.microsoft.com/office/drawing/2014/main" id="{AA78DA83-B007-DBCE-99B9-62750626C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3425" name="Text Box 17">
            <a:extLst>
              <a:ext uri="{FF2B5EF4-FFF2-40B4-BE49-F238E27FC236}">
                <a16:creationId xmlns:a16="http://schemas.microsoft.com/office/drawing/2014/main" id="{0214A5A2-4031-4B1D-DC94-9D095B06B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3426" name="Group 18">
            <a:extLst>
              <a:ext uri="{FF2B5EF4-FFF2-40B4-BE49-F238E27FC236}">
                <a16:creationId xmlns:a16="http://schemas.microsoft.com/office/drawing/2014/main" id="{9D49CF3C-8420-0EF8-5C8F-263A7AA75ED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73427" name="Line 19">
              <a:extLst>
                <a:ext uri="{FF2B5EF4-FFF2-40B4-BE49-F238E27FC236}">
                  <a16:creationId xmlns:a16="http://schemas.microsoft.com/office/drawing/2014/main" id="{300651BE-8A6A-9690-4E63-AE62F818A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428" name="Line 20">
              <a:extLst>
                <a:ext uri="{FF2B5EF4-FFF2-40B4-BE49-F238E27FC236}">
                  <a16:creationId xmlns:a16="http://schemas.microsoft.com/office/drawing/2014/main" id="{D3121BF2-09BE-30E7-72C6-C0B5842DB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429" name="Line 21">
              <a:extLst>
                <a:ext uri="{FF2B5EF4-FFF2-40B4-BE49-F238E27FC236}">
                  <a16:creationId xmlns:a16="http://schemas.microsoft.com/office/drawing/2014/main" id="{F722A5D8-ED7C-1D20-537A-722FA0947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3430" name="Text Box 22">
            <a:extLst>
              <a:ext uri="{FF2B5EF4-FFF2-40B4-BE49-F238E27FC236}">
                <a16:creationId xmlns:a16="http://schemas.microsoft.com/office/drawing/2014/main" id="{7450DE10-3919-BE87-82C9-CAFCCB429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3431" name="Text Box 23">
            <a:extLst>
              <a:ext uri="{FF2B5EF4-FFF2-40B4-BE49-F238E27FC236}">
                <a16:creationId xmlns:a16="http://schemas.microsoft.com/office/drawing/2014/main" id="{C357E3A6-5204-4DFC-5516-DE562406B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73432" name="Text Box 24">
            <a:extLst>
              <a:ext uri="{FF2B5EF4-FFF2-40B4-BE49-F238E27FC236}">
                <a16:creationId xmlns:a16="http://schemas.microsoft.com/office/drawing/2014/main" id="{DF83F5A5-3A59-1231-D032-D7295AE5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E51AAB88-38A9-562F-02BF-FF4CDABDC9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4435" name="Text Box 3">
            <a:extLst>
              <a:ext uri="{FF2B5EF4-FFF2-40B4-BE49-F238E27FC236}">
                <a16:creationId xmlns:a16="http://schemas.microsoft.com/office/drawing/2014/main" id="{6E132E1B-5477-B910-9772-925B774B3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59624F4C-18E0-9D85-6C8A-5C1BFCACB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4437" name="Text Box 5">
            <a:extLst>
              <a:ext uri="{FF2B5EF4-FFF2-40B4-BE49-F238E27FC236}">
                <a16:creationId xmlns:a16="http://schemas.microsoft.com/office/drawing/2014/main" id="{8313109D-D94B-12D5-10A2-14578AB8E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4438" name="Text Box 6">
            <a:extLst>
              <a:ext uri="{FF2B5EF4-FFF2-40B4-BE49-F238E27FC236}">
                <a16:creationId xmlns:a16="http://schemas.microsoft.com/office/drawing/2014/main" id="{089DC13A-544D-DC21-0C4B-97971508D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4439" name="Text Box 7">
            <a:extLst>
              <a:ext uri="{FF2B5EF4-FFF2-40B4-BE49-F238E27FC236}">
                <a16:creationId xmlns:a16="http://schemas.microsoft.com/office/drawing/2014/main" id="{0C4E0C0E-903C-762F-1306-69207F4F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4440" name="Text Box 8">
            <a:extLst>
              <a:ext uri="{FF2B5EF4-FFF2-40B4-BE49-F238E27FC236}">
                <a16:creationId xmlns:a16="http://schemas.microsoft.com/office/drawing/2014/main" id="{06BAC10C-A21D-23E9-5708-587B4BBD0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4441" name="Text Box 9">
            <a:extLst>
              <a:ext uri="{FF2B5EF4-FFF2-40B4-BE49-F238E27FC236}">
                <a16:creationId xmlns:a16="http://schemas.microsoft.com/office/drawing/2014/main" id="{71A1EE3F-1001-819F-90DB-FB62535E1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4442" name="Text Box 10">
            <a:extLst>
              <a:ext uri="{FF2B5EF4-FFF2-40B4-BE49-F238E27FC236}">
                <a16:creationId xmlns:a16="http://schemas.microsoft.com/office/drawing/2014/main" id="{2FA0BB2D-2522-2CA5-EFC3-2EBFD0D98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4443" name="Text Box 11">
            <a:extLst>
              <a:ext uri="{FF2B5EF4-FFF2-40B4-BE49-F238E27FC236}">
                <a16:creationId xmlns:a16="http://schemas.microsoft.com/office/drawing/2014/main" id="{AE773B22-1342-F626-2831-E5455F600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4444" name="Text Box 12">
            <a:extLst>
              <a:ext uri="{FF2B5EF4-FFF2-40B4-BE49-F238E27FC236}">
                <a16:creationId xmlns:a16="http://schemas.microsoft.com/office/drawing/2014/main" id="{CB79DDFF-0465-9B6A-7433-7ABF06947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4445" name="Text Box 13">
            <a:extLst>
              <a:ext uri="{FF2B5EF4-FFF2-40B4-BE49-F238E27FC236}">
                <a16:creationId xmlns:a16="http://schemas.microsoft.com/office/drawing/2014/main" id="{204318AB-DEE6-826E-65DE-55BA33706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4446" name="Text Box 14">
            <a:extLst>
              <a:ext uri="{FF2B5EF4-FFF2-40B4-BE49-F238E27FC236}">
                <a16:creationId xmlns:a16="http://schemas.microsoft.com/office/drawing/2014/main" id="{EA22BD7F-9A68-5AF2-F3DD-026613EB1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4447" name="Text Box 15">
            <a:extLst>
              <a:ext uri="{FF2B5EF4-FFF2-40B4-BE49-F238E27FC236}">
                <a16:creationId xmlns:a16="http://schemas.microsoft.com/office/drawing/2014/main" id="{62CE5C92-CEA6-E5DE-6F61-AD1D58B8A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74448" name="Text Box 16">
            <a:extLst>
              <a:ext uri="{FF2B5EF4-FFF2-40B4-BE49-F238E27FC236}">
                <a16:creationId xmlns:a16="http://schemas.microsoft.com/office/drawing/2014/main" id="{9E59859C-5DCA-03C7-2F58-202A08400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4449" name="Text Box 17">
            <a:extLst>
              <a:ext uri="{FF2B5EF4-FFF2-40B4-BE49-F238E27FC236}">
                <a16:creationId xmlns:a16="http://schemas.microsoft.com/office/drawing/2014/main" id="{9DA2C05C-0554-9D0D-B781-DB7218758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4450" name="Group 18">
            <a:extLst>
              <a:ext uri="{FF2B5EF4-FFF2-40B4-BE49-F238E27FC236}">
                <a16:creationId xmlns:a16="http://schemas.microsoft.com/office/drawing/2014/main" id="{34532BAD-45BB-ABA6-DA18-5B28D094DB8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74451" name="Line 19">
              <a:extLst>
                <a:ext uri="{FF2B5EF4-FFF2-40B4-BE49-F238E27FC236}">
                  <a16:creationId xmlns:a16="http://schemas.microsoft.com/office/drawing/2014/main" id="{7B9283B8-E53F-23EC-5DCD-9D53D1C30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452" name="Line 20">
              <a:extLst>
                <a:ext uri="{FF2B5EF4-FFF2-40B4-BE49-F238E27FC236}">
                  <a16:creationId xmlns:a16="http://schemas.microsoft.com/office/drawing/2014/main" id="{603D02EE-DA24-0A9E-169D-B45137F30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453" name="Line 21">
              <a:extLst>
                <a:ext uri="{FF2B5EF4-FFF2-40B4-BE49-F238E27FC236}">
                  <a16:creationId xmlns:a16="http://schemas.microsoft.com/office/drawing/2014/main" id="{837E98C6-054D-BBAB-A019-6737526B1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4454" name="Text Box 22">
            <a:extLst>
              <a:ext uri="{FF2B5EF4-FFF2-40B4-BE49-F238E27FC236}">
                <a16:creationId xmlns:a16="http://schemas.microsoft.com/office/drawing/2014/main" id="{7DD3F7D8-922F-15DE-60FF-49A5DC6C4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4455" name="Text Box 23">
            <a:extLst>
              <a:ext uri="{FF2B5EF4-FFF2-40B4-BE49-F238E27FC236}">
                <a16:creationId xmlns:a16="http://schemas.microsoft.com/office/drawing/2014/main" id="{BF2DEC16-ACD9-421A-6766-024F25E79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51F4C4C9-F54E-7D4F-309B-4E20DDE2B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7BB4FA26-B628-E9B8-CEA1-FC24BB39C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5460" name="Text Box 4">
            <a:extLst>
              <a:ext uri="{FF2B5EF4-FFF2-40B4-BE49-F238E27FC236}">
                <a16:creationId xmlns:a16="http://schemas.microsoft.com/office/drawing/2014/main" id="{0C6D5C8B-0E69-68EB-1A83-7D893D53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5461" name="Text Box 5">
            <a:extLst>
              <a:ext uri="{FF2B5EF4-FFF2-40B4-BE49-F238E27FC236}">
                <a16:creationId xmlns:a16="http://schemas.microsoft.com/office/drawing/2014/main" id="{E70CE49D-E075-9538-7060-E48D2483D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5462" name="Text Box 6">
            <a:extLst>
              <a:ext uri="{FF2B5EF4-FFF2-40B4-BE49-F238E27FC236}">
                <a16:creationId xmlns:a16="http://schemas.microsoft.com/office/drawing/2014/main" id="{5EA1690E-0301-C387-00CA-73D87DAAD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5463" name="Text Box 7">
            <a:extLst>
              <a:ext uri="{FF2B5EF4-FFF2-40B4-BE49-F238E27FC236}">
                <a16:creationId xmlns:a16="http://schemas.microsoft.com/office/drawing/2014/main" id="{B92085FF-8ED8-A235-188B-54789828B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5464" name="Text Box 8">
            <a:extLst>
              <a:ext uri="{FF2B5EF4-FFF2-40B4-BE49-F238E27FC236}">
                <a16:creationId xmlns:a16="http://schemas.microsoft.com/office/drawing/2014/main" id="{3E243FEE-1B74-F632-2B35-125858836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5465" name="Text Box 9">
            <a:extLst>
              <a:ext uri="{FF2B5EF4-FFF2-40B4-BE49-F238E27FC236}">
                <a16:creationId xmlns:a16="http://schemas.microsoft.com/office/drawing/2014/main" id="{7B88065E-F3DE-7EDB-B210-A55034746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5466" name="Text Box 10">
            <a:extLst>
              <a:ext uri="{FF2B5EF4-FFF2-40B4-BE49-F238E27FC236}">
                <a16:creationId xmlns:a16="http://schemas.microsoft.com/office/drawing/2014/main" id="{69AE3F91-15A5-137C-0D1A-2539F40F1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5467" name="Text Box 11">
            <a:extLst>
              <a:ext uri="{FF2B5EF4-FFF2-40B4-BE49-F238E27FC236}">
                <a16:creationId xmlns:a16="http://schemas.microsoft.com/office/drawing/2014/main" id="{BFDFC775-1AFF-8387-F301-3566462BB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5468" name="Text Box 12">
            <a:extLst>
              <a:ext uri="{FF2B5EF4-FFF2-40B4-BE49-F238E27FC236}">
                <a16:creationId xmlns:a16="http://schemas.microsoft.com/office/drawing/2014/main" id="{6D5FEE32-6026-8874-8F2C-4A74077A4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5469" name="Text Box 13">
            <a:extLst>
              <a:ext uri="{FF2B5EF4-FFF2-40B4-BE49-F238E27FC236}">
                <a16:creationId xmlns:a16="http://schemas.microsoft.com/office/drawing/2014/main" id="{33C125B1-5C3A-CDA8-3D0E-B5967C8F5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5470" name="Text Box 14">
            <a:extLst>
              <a:ext uri="{FF2B5EF4-FFF2-40B4-BE49-F238E27FC236}">
                <a16:creationId xmlns:a16="http://schemas.microsoft.com/office/drawing/2014/main" id="{BC35CF72-6CF7-6921-E281-7FBAF9529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5471" name="Text Box 15">
            <a:extLst>
              <a:ext uri="{FF2B5EF4-FFF2-40B4-BE49-F238E27FC236}">
                <a16:creationId xmlns:a16="http://schemas.microsoft.com/office/drawing/2014/main" id="{F675F098-E789-E150-6761-E952A991B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75472" name="Text Box 16">
            <a:extLst>
              <a:ext uri="{FF2B5EF4-FFF2-40B4-BE49-F238E27FC236}">
                <a16:creationId xmlns:a16="http://schemas.microsoft.com/office/drawing/2014/main" id="{6509C231-F5D5-C26A-CB5B-C75E78695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5473" name="Text Box 17">
            <a:extLst>
              <a:ext uri="{FF2B5EF4-FFF2-40B4-BE49-F238E27FC236}">
                <a16:creationId xmlns:a16="http://schemas.microsoft.com/office/drawing/2014/main" id="{CF3E7848-D836-03F0-D28D-158ED5429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5474" name="Group 18">
            <a:extLst>
              <a:ext uri="{FF2B5EF4-FFF2-40B4-BE49-F238E27FC236}">
                <a16:creationId xmlns:a16="http://schemas.microsoft.com/office/drawing/2014/main" id="{E21F04E5-FA78-6954-F455-4574318F3AA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75475" name="Line 19">
              <a:extLst>
                <a:ext uri="{FF2B5EF4-FFF2-40B4-BE49-F238E27FC236}">
                  <a16:creationId xmlns:a16="http://schemas.microsoft.com/office/drawing/2014/main" id="{6234EBF9-0375-4DC7-AF83-9ABEE25B3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476" name="Line 20">
              <a:extLst>
                <a:ext uri="{FF2B5EF4-FFF2-40B4-BE49-F238E27FC236}">
                  <a16:creationId xmlns:a16="http://schemas.microsoft.com/office/drawing/2014/main" id="{D9BF6D25-128B-5EBD-7A1F-BC1B34FD4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5477" name="Line 21">
              <a:extLst>
                <a:ext uri="{FF2B5EF4-FFF2-40B4-BE49-F238E27FC236}">
                  <a16:creationId xmlns:a16="http://schemas.microsoft.com/office/drawing/2014/main" id="{FB4DBE9E-5966-96C5-7925-DD8679CE9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5478" name="Text Box 22">
            <a:extLst>
              <a:ext uri="{FF2B5EF4-FFF2-40B4-BE49-F238E27FC236}">
                <a16:creationId xmlns:a16="http://schemas.microsoft.com/office/drawing/2014/main" id="{152111E0-96C9-969D-E642-3F381F5A7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5479" name="Text Box 23">
            <a:extLst>
              <a:ext uri="{FF2B5EF4-FFF2-40B4-BE49-F238E27FC236}">
                <a16:creationId xmlns:a16="http://schemas.microsoft.com/office/drawing/2014/main" id="{FEC73130-25F4-65F6-EC2A-4014E3C1A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75480" name="Text Box 24">
            <a:extLst>
              <a:ext uri="{FF2B5EF4-FFF2-40B4-BE49-F238E27FC236}">
                <a16:creationId xmlns:a16="http://schemas.microsoft.com/office/drawing/2014/main" id="{FD32C46F-97C5-CDB8-8631-DCFBCF8AD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4BE9246A-7604-F348-38BC-8A9017A82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6483" name="Text Box 3">
            <a:extLst>
              <a:ext uri="{FF2B5EF4-FFF2-40B4-BE49-F238E27FC236}">
                <a16:creationId xmlns:a16="http://schemas.microsoft.com/office/drawing/2014/main" id="{967BF2EA-58EF-BDC7-1C90-B8FD09E9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6484" name="Text Box 4">
            <a:extLst>
              <a:ext uri="{FF2B5EF4-FFF2-40B4-BE49-F238E27FC236}">
                <a16:creationId xmlns:a16="http://schemas.microsoft.com/office/drawing/2014/main" id="{08762A6C-CAB9-E19E-4E4B-C69B5F24F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6485" name="Text Box 5">
            <a:extLst>
              <a:ext uri="{FF2B5EF4-FFF2-40B4-BE49-F238E27FC236}">
                <a16:creationId xmlns:a16="http://schemas.microsoft.com/office/drawing/2014/main" id="{5E4FF61E-BC9E-3193-E44E-3FA727367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6486" name="Text Box 6">
            <a:extLst>
              <a:ext uri="{FF2B5EF4-FFF2-40B4-BE49-F238E27FC236}">
                <a16:creationId xmlns:a16="http://schemas.microsoft.com/office/drawing/2014/main" id="{C00B0977-C1B1-A283-94C5-9152CAA8F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6487" name="Text Box 7">
            <a:extLst>
              <a:ext uri="{FF2B5EF4-FFF2-40B4-BE49-F238E27FC236}">
                <a16:creationId xmlns:a16="http://schemas.microsoft.com/office/drawing/2014/main" id="{FF360A02-4461-7796-853E-8907489A4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6488" name="Text Box 8">
            <a:extLst>
              <a:ext uri="{FF2B5EF4-FFF2-40B4-BE49-F238E27FC236}">
                <a16:creationId xmlns:a16="http://schemas.microsoft.com/office/drawing/2014/main" id="{F0FDEC97-17F4-A7D1-54A4-438768FB2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6489" name="Text Box 9">
            <a:extLst>
              <a:ext uri="{FF2B5EF4-FFF2-40B4-BE49-F238E27FC236}">
                <a16:creationId xmlns:a16="http://schemas.microsoft.com/office/drawing/2014/main" id="{2A46A208-8AEF-8C4C-05A6-059808D09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6490" name="Text Box 10">
            <a:extLst>
              <a:ext uri="{FF2B5EF4-FFF2-40B4-BE49-F238E27FC236}">
                <a16:creationId xmlns:a16="http://schemas.microsoft.com/office/drawing/2014/main" id="{58B22392-72A3-1842-100C-5E139113D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6491" name="Text Box 11">
            <a:extLst>
              <a:ext uri="{FF2B5EF4-FFF2-40B4-BE49-F238E27FC236}">
                <a16:creationId xmlns:a16="http://schemas.microsoft.com/office/drawing/2014/main" id="{40BC966D-7954-80CB-7F4E-23FF18D0F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6492" name="Text Box 12">
            <a:extLst>
              <a:ext uri="{FF2B5EF4-FFF2-40B4-BE49-F238E27FC236}">
                <a16:creationId xmlns:a16="http://schemas.microsoft.com/office/drawing/2014/main" id="{D082397B-497A-4FCF-C1DD-BA3F16E3A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6493" name="Text Box 13">
            <a:extLst>
              <a:ext uri="{FF2B5EF4-FFF2-40B4-BE49-F238E27FC236}">
                <a16:creationId xmlns:a16="http://schemas.microsoft.com/office/drawing/2014/main" id="{44AAE40B-B27B-2CC0-CF1E-35343D00F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6494" name="Text Box 14">
            <a:extLst>
              <a:ext uri="{FF2B5EF4-FFF2-40B4-BE49-F238E27FC236}">
                <a16:creationId xmlns:a16="http://schemas.microsoft.com/office/drawing/2014/main" id="{ABE2E5F7-6D14-BE73-A242-02AB927DB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6495" name="Text Box 15">
            <a:extLst>
              <a:ext uri="{FF2B5EF4-FFF2-40B4-BE49-F238E27FC236}">
                <a16:creationId xmlns:a16="http://schemas.microsoft.com/office/drawing/2014/main" id="{12362EC0-741E-EEC7-516C-FF08FD3D1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76496" name="Text Box 16">
            <a:extLst>
              <a:ext uri="{FF2B5EF4-FFF2-40B4-BE49-F238E27FC236}">
                <a16:creationId xmlns:a16="http://schemas.microsoft.com/office/drawing/2014/main" id="{15F176DD-F9A9-1844-2BAC-26E1DE5E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6497" name="Text Box 17">
            <a:extLst>
              <a:ext uri="{FF2B5EF4-FFF2-40B4-BE49-F238E27FC236}">
                <a16:creationId xmlns:a16="http://schemas.microsoft.com/office/drawing/2014/main" id="{E4A264DB-F566-5E3D-9A9A-57ECA66A0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6498" name="Group 18">
            <a:extLst>
              <a:ext uri="{FF2B5EF4-FFF2-40B4-BE49-F238E27FC236}">
                <a16:creationId xmlns:a16="http://schemas.microsoft.com/office/drawing/2014/main" id="{658EE167-E9E4-19F7-1AA0-D1A49AEF6D0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76499" name="Line 19">
              <a:extLst>
                <a:ext uri="{FF2B5EF4-FFF2-40B4-BE49-F238E27FC236}">
                  <a16:creationId xmlns:a16="http://schemas.microsoft.com/office/drawing/2014/main" id="{F6C55CBF-3D92-40EE-CC84-1852D728D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00" name="Line 20">
              <a:extLst>
                <a:ext uri="{FF2B5EF4-FFF2-40B4-BE49-F238E27FC236}">
                  <a16:creationId xmlns:a16="http://schemas.microsoft.com/office/drawing/2014/main" id="{413739D1-BF60-3B5C-F627-2B8A9490E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01" name="Line 21">
              <a:extLst>
                <a:ext uri="{FF2B5EF4-FFF2-40B4-BE49-F238E27FC236}">
                  <a16:creationId xmlns:a16="http://schemas.microsoft.com/office/drawing/2014/main" id="{4324E3F3-2285-76A4-20B6-47659E07D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02" name="Text Box 22">
            <a:extLst>
              <a:ext uri="{FF2B5EF4-FFF2-40B4-BE49-F238E27FC236}">
                <a16:creationId xmlns:a16="http://schemas.microsoft.com/office/drawing/2014/main" id="{5C21A485-3A66-E11E-23F2-6E748A972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6503" name="Text Box 23">
            <a:extLst>
              <a:ext uri="{FF2B5EF4-FFF2-40B4-BE49-F238E27FC236}">
                <a16:creationId xmlns:a16="http://schemas.microsoft.com/office/drawing/2014/main" id="{8D3B3124-3C73-F313-8A5D-C77363DD8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76504" name="Text Box 24">
            <a:extLst>
              <a:ext uri="{FF2B5EF4-FFF2-40B4-BE49-F238E27FC236}">
                <a16:creationId xmlns:a16="http://schemas.microsoft.com/office/drawing/2014/main" id="{5A4EA510-BB32-78DF-9D05-1018492D0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46BBAEA7-8801-1BCF-7ECC-35BFC2660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7507" name="Text Box 3">
            <a:extLst>
              <a:ext uri="{FF2B5EF4-FFF2-40B4-BE49-F238E27FC236}">
                <a16:creationId xmlns:a16="http://schemas.microsoft.com/office/drawing/2014/main" id="{49AFF4A0-440F-6E61-F164-A0837F07F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7508" name="Text Box 4">
            <a:extLst>
              <a:ext uri="{FF2B5EF4-FFF2-40B4-BE49-F238E27FC236}">
                <a16:creationId xmlns:a16="http://schemas.microsoft.com/office/drawing/2014/main" id="{F0BC55CA-6D9F-26B6-4D89-C6D99AE78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7509" name="Text Box 5">
            <a:extLst>
              <a:ext uri="{FF2B5EF4-FFF2-40B4-BE49-F238E27FC236}">
                <a16:creationId xmlns:a16="http://schemas.microsoft.com/office/drawing/2014/main" id="{0F287556-C9DA-B025-D387-A95F4863C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7510" name="Text Box 6">
            <a:extLst>
              <a:ext uri="{FF2B5EF4-FFF2-40B4-BE49-F238E27FC236}">
                <a16:creationId xmlns:a16="http://schemas.microsoft.com/office/drawing/2014/main" id="{35507D68-91A6-097A-40AE-F919EFEA2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7511" name="Text Box 7">
            <a:extLst>
              <a:ext uri="{FF2B5EF4-FFF2-40B4-BE49-F238E27FC236}">
                <a16:creationId xmlns:a16="http://schemas.microsoft.com/office/drawing/2014/main" id="{BDFAAFFE-CC28-30B9-FEFE-855937FA5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7512" name="Text Box 8">
            <a:extLst>
              <a:ext uri="{FF2B5EF4-FFF2-40B4-BE49-F238E27FC236}">
                <a16:creationId xmlns:a16="http://schemas.microsoft.com/office/drawing/2014/main" id="{6CCE5BDD-8CE0-35AA-66E9-17F143D40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7513" name="Text Box 9">
            <a:extLst>
              <a:ext uri="{FF2B5EF4-FFF2-40B4-BE49-F238E27FC236}">
                <a16:creationId xmlns:a16="http://schemas.microsoft.com/office/drawing/2014/main" id="{31232709-5659-BC2B-B820-6D6A211FD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7514" name="Text Box 10">
            <a:extLst>
              <a:ext uri="{FF2B5EF4-FFF2-40B4-BE49-F238E27FC236}">
                <a16:creationId xmlns:a16="http://schemas.microsoft.com/office/drawing/2014/main" id="{9ED52E91-D05D-36D8-562F-19C4C06DA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7515" name="Text Box 11">
            <a:extLst>
              <a:ext uri="{FF2B5EF4-FFF2-40B4-BE49-F238E27FC236}">
                <a16:creationId xmlns:a16="http://schemas.microsoft.com/office/drawing/2014/main" id="{85D03693-BDB8-310C-334E-B4DC8E6BB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7516" name="Text Box 12">
            <a:extLst>
              <a:ext uri="{FF2B5EF4-FFF2-40B4-BE49-F238E27FC236}">
                <a16:creationId xmlns:a16="http://schemas.microsoft.com/office/drawing/2014/main" id="{83C262DB-E06D-4496-68E0-A02949771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7517" name="Text Box 13">
            <a:extLst>
              <a:ext uri="{FF2B5EF4-FFF2-40B4-BE49-F238E27FC236}">
                <a16:creationId xmlns:a16="http://schemas.microsoft.com/office/drawing/2014/main" id="{BBBE6C0A-0901-DEB1-8BDE-D0E8AECA0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7518" name="Text Box 14">
            <a:extLst>
              <a:ext uri="{FF2B5EF4-FFF2-40B4-BE49-F238E27FC236}">
                <a16:creationId xmlns:a16="http://schemas.microsoft.com/office/drawing/2014/main" id="{AAD8843E-0614-DE89-1E08-0047D40B4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7519" name="Text Box 15">
            <a:extLst>
              <a:ext uri="{FF2B5EF4-FFF2-40B4-BE49-F238E27FC236}">
                <a16:creationId xmlns:a16="http://schemas.microsoft.com/office/drawing/2014/main" id="{397A80E7-84AA-CFC9-FAE3-1AABBA489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77520" name="Text Box 16">
            <a:extLst>
              <a:ext uri="{FF2B5EF4-FFF2-40B4-BE49-F238E27FC236}">
                <a16:creationId xmlns:a16="http://schemas.microsoft.com/office/drawing/2014/main" id="{DD07E6B7-EC05-BDAA-05D0-99E061BF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7521" name="Text Box 17">
            <a:extLst>
              <a:ext uri="{FF2B5EF4-FFF2-40B4-BE49-F238E27FC236}">
                <a16:creationId xmlns:a16="http://schemas.microsoft.com/office/drawing/2014/main" id="{1B99CDE2-D5CB-C225-07C5-4C1392E3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7522" name="Group 18">
            <a:extLst>
              <a:ext uri="{FF2B5EF4-FFF2-40B4-BE49-F238E27FC236}">
                <a16:creationId xmlns:a16="http://schemas.microsoft.com/office/drawing/2014/main" id="{C5A9DFCF-1324-B445-B2F2-1C902AB8452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277523" name="Line 19">
              <a:extLst>
                <a:ext uri="{FF2B5EF4-FFF2-40B4-BE49-F238E27FC236}">
                  <a16:creationId xmlns:a16="http://schemas.microsoft.com/office/drawing/2014/main" id="{1E34BDE6-6975-7C6D-03DE-1F7EC51CE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24" name="Line 20">
              <a:extLst>
                <a:ext uri="{FF2B5EF4-FFF2-40B4-BE49-F238E27FC236}">
                  <a16:creationId xmlns:a16="http://schemas.microsoft.com/office/drawing/2014/main" id="{9C1C5FBA-1995-8703-A48D-B4CC7ECB0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25" name="Line 21">
              <a:extLst>
                <a:ext uri="{FF2B5EF4-FFF2-40B4-BE49-F238E27FC236}">
                  <a16:creationId xmlns:a16="http://schemas.microsoft.com/office/drawing/2014/main" id="{08CE9F8C-BE3F-013A-AC99-D089CB40B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7526" name="Text Box 22">
            <a:extLst>
              <a:ext uri="{FF2B5EF4-FFF2-40B4-BE49-F238E27FC236}">
                <a16:creationId xmlns:a16="http://schemas.microsoft.com/office/drawing/2014/main" id="{70049237-0D7A-E025-BCD8-B52C7C5F9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7527" name="Text Box 23">
            <a:extLst>
              <a:ext uri="{FF2B5EF4-FFF2-40B4-BE49-F238E27FC236}">
                <a16:creationId xmlns:a16="http://schemas.microsoft.com/office/drawing/2014/main" id="{6BB7FBE4-64DD-64E6-A87E-D6C0FC349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B992EAF7-27EF-7094-652C-3D4CC7692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8531" name="Text Box 3">
            <a:extLst>
              <a:ext uri="{FF2B5EF4-FFF2-40B4-BE49-F238E27FC236}">
                <a16:creationId xmlns:a16="http://schemas.microsoft.com/office/drawing/2014/main" id="{29781CCB-DFBF-743B-88DA-932A24026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8532" name="Text Box 4">
            <a:extLst>
              <a:ext uri="{FF2B5EF4-FFF2-40B4-BE49-F238E27FC236}">
                <a16:creationId xmlns:a16="http://schemas.microsoft.com/office/drawing/2014/main" id="{9BE9B270-66A6-2A3A-4FC4-D347EF715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8533" name="Text Box 5">
            <a:extLst>
              <a:ext uri="{FF2B5EF4-FFF2-40B4-BE49-F238E27FC236}">
                <a16:creationId xmlns:a16="http://schemas.microsoft.com/office/drawing/2014/main" id="{84D0A771-4F26-D849-B94D-A53659A6F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8534" name="Text Box 6">
            <a:extLst>
              <a:ext uri="{FF2B5EF4-FFF2-40B4-BE49-F238E27FC236}">
                <a16:creationId xmlns:a16="http://schemas.microsoft.com/office/drawing/2014/main" id="{DBEED559-A866-9E63-1771-C3975BF37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8535" name="Text Box 7">
            <a:extLst>
              <a:ext uri="{FF2B5EF4-FFF2-40B4-BE49-F238E27FC236}">
                <a16:creationId xmlns:a16="http://schemas.microsoft.com/office/drawing/2014/main" id="{C5BAF907-94AE-1883-4F9C-A31D3DC16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8536" name="Text Box 8">
            <a:extLst>
              <a:ext uri="{FF2B5EF4-FFF2-40B4-BE49-F238E27FC236}">
                <a16:creationId xmlns:a16="http://schemas.microsoft.com/office/drawing/2014/main" id="{16D3C68E-9DBB-6788-BA4F-CDE7F7A00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8537" name="Text Box 9">
            <a:extLst>
              <a:ext uri="{FF2B5EF4-FFF2-40B4-BE49-F238E27FC236}">
                <a16:creationId xmlns:a16="http://schemas.microsoft.com/office/drawing/2014/main" id="{55FA0B50-F741-70E4-6D97-AEDC8998C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8538" name="Text Box 10">
            <a:extLst>
              <a:ext uri="{FF2B5EF4-FFF2-40B4-BE49-F238E27FC236}">
                <a16:creationId xmlns:a16="http://schemas.microsoft.com/office/drawing/2014/main" id="{2A0FF804-B389-AD9B-C79E-DD4C6E26F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8539" name="Text Box 11">
            <a:extLst>
              <a:ext uri="{FF2B5EF4-FFF2-40B4-BE49-F238E27FC236}">
                <a16:creationId xmlns:a16="http://schemas.microsoft.com/office/drawing/2014/main" id="{41FFBAD0-06A4-0D36-3DD8-D41892262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8540" name="Text Box 12">
            <a:extLst>
              <a:ext uri="{FF2B5EF4-FFF2-40B4-BE49-F238E27FC236}">
                <a16:creationId xmlns:a16="http://schemas.microsoft.com/office/drawing/2014/main" id="{3E25278A-98E3-EA7D-491E-13E5AAE7B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8541" name="Text Box 13">
            <a:extLst>
              <a:ext uri="{FF2B5EF4-FFF2-40B4-BE49-F238E27FC236}">
                <a16:creationId xmlns:a16="http://schemas.microsoft.com/office/drawing/2014/main" id="{D87A84A3-B306-9C73-9A42-6EDEBFE95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8542" name="Text Box 14">
            <a:extLst>
              <a:ext uri="{FF2B5EF4-FFF2-40B4-BE49-F238E27FC236}">
                <a16:creationId xmlns:a16="http://schemas.microsoft.com/office/drawing/2014/main" id="{59B40178-FA1B-B08D-9F8F-90BB8A1FF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8543" name="Text Box 15">
            <a:extLst>
              <a:ext uri="{FF2B5EF4-FFF2-40B4-BE49-F238E27FC236}">
                <a16:creationId xmlns:a16="http://schemas.microsoft.com/office/drawing/2014/main" id="{33CF8B87-9160-52AE-5EA8-14B426AA9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78544" name="Text Box 16">
            <a:extLst>
              <a:ext uri="{FF2B5EF4-FFF2-40B4-BE49-F238E27FC236}">
                <a16:creationId xmlns:a16="http://schemas.microsoft.com/office/drawing/2014/main" id="{2404F47F-990C-9A39-8F71-854658D80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8545" name="Text Box 17">
            <a:extLst>
              <a:ext uri="{FF2B5EF4-FFF2-40B4-BE49-F238E27FC236}">
                <a16:creationId xmlns:a16="http://schemas.microsoft.com/office/drawing/2014/main" id="{6365F675-8786-E980-31ED-27E831C35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8546" name="Group 18">
            <a:extLst>
              <a:ext uri="{FF2B5EF4-FFF2-40B4-BE49-F238E27FC236}">
                <a16:creationId xmlns:a16="http://schemas.microsoft.com/office/drawing/2014/main" id="{95AECB55-8C07-5789-F3B7-928471BEA1F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278547" name="Line 19">
              <a:extLst>
                <a:ext uri="{FF2B5EF4-FFF2-40B4-BE49-F238E27FC236}">
                  <a16:creationId xmlns:a16="http://schemas.microsoft.com/office/drawing/2014/main" id="{01D53216-CA36-EC03-865C-E7558BCB7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548" name="Line 20">
              <a:extLst>
                <a:ext uri="{FF2B5EF4-FFF2-40B4-BE49-F238E27FC236}">
                  <a16:creationId xmlns:a16="http://schemas.microsoft.com/office/drawing/2014/main" id="{DD816FFD-F392-D9A1-6771-DC39E6EC3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8549" name="Line 21">
              <a:extLst>
                <a:ext uri="{FF2B5EF4-FFF2-40B4-BE49-F238E27FC236}">
                  <a16:creationId xmlns:a16="http://schemas.microsoft.com/office/drawing/2014/main" id="{96137DD0-6764-AE59-0421-430EAD793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8550" name="Text Box 22">
            <a:extLst>
              <a:ext uri="{FF2B5EF4-FFF2-40B4-BE49-F238E27FC236}">
                <a16:creationId xmlns:a16="http://schemas.microsoft.com/office/drawing/2014/main" id="{68254617-4099-11C7-8466-621ECC654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8551" name="Text Box 23">
            <a:extLst>
              <a:ext uri="{FF2B5EF4-FFF2-40B4-BE49-F238E27FC236}">
                <a16:creationId xmlns:a16="http://schemas.microsoft.com/office/drawing/2014/main" id="{6B971178-38A3-0841-5A97-66FFCA94A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78552" name="Text Box 24">
            <a:extLst>
              <a:ext uri="{FF2B5EF4-FFF2-40B4-BE49-F238E27FC236}">
                <a16:creationId xmlns:a16="http://schemas.microsoft.com/office/drawing/2014/main" id="{0A0AFC94-41DA-F727-2008-36C56EC94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4B693C79-7AF4-6EF4-81A2-344B0286A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79555" name="Text Box 3">
            <a:extLst>
              <a:ext uri="{FF2B5EF4-FFF2-40B4-BE49-F238E27FC236}">
                <a16:creationId xmlns:a16="http://schemas.microsoft.com/office/drawing/2014/main" id="{FD273BC7-72CF-E4AC-9493-F792DB084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79556" name="Text Box 4">
            <a:extLst>
              <a:ext uri="{FF2B5EF4-FFF2-40B4-BE49-F238E27FC236}">
                <a16:creationId xmlns:a16="http://schemas.microsoft.com/office/drawing/2014/main" id="{A47B1BA0-9311-F391-126A-71DBE7716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79557" name="Text Box 5">
            <a:extLst>
              <a:ext uri="{FF2B5EF4-FFF2-40B4-BE49-F238E27FC236}">
                <a16:creationId xmlns:a16="http://schemas.microsoft.com/office/drawing/2014/main" id="{4841D04A-5AC5-7671-309B-7FD054057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79558" name="Text Box 6">
            <a:extLst>
              <a:ext uri="{FF2B5EF4-FFF2-40B4-BE49-F238E27FC236}">
                <a16:creationId xmlns:a16="http://schemas.microsoft.com/office/drawing/2014/main" id="{2E462517-9BC1-D2C8-5BFB-270160704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79559" name="Text Box 7">
            <a:extLst>
              <a:ext uri="{FF2B5EF4-FFF2-40B4-BE49-F238E27FC236}">
                <a16:creationId xmlns:a16="http://schemas.microsoft.com/office/drawing/2014/main" id="{37B79DC0-CE67-DD3D-5E53-29E330B0A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79560" name="Text Box 8">
            <a:extLst>
              <a:ext uri="{FF2B5EF4-FFF2-40B4-BE49-F238E27FC236}">
                <a16:creationId xmlns:a16="http://schemas.microsoft.com/office/drawing/2014/main" id="{7A4A2A9B-B16F-83D6-3E60-28CF61641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79561" name="Text Box 9">
            <a:extLst>
              <a:ext uri="{FF2B5EF4-FFF2-40B4-BE49-F238E27FC236}">
                <a16:creationId xmlns:a16="http://schemas.microsoft.com/office/drawing/2014/main" id="{16183D5D-E0AA-558B-D452-E8A8DE5A6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79562" name="Text Box 10">
            <a:extLst>
              <a:ext uri="{FF2B5EF4-FFF2-40B4-BE49-F238E27FC236}">
                <a16:creationId xmlns:a16="http://schemas.microsoft.com/office/drawing/2014/main" id="{6E74AB1A-E91F-741F-5364-81EFEE96F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79563" name="Text Box 11">
            <a:extLst>
              <a:ext uri="{FF2B5EF4-FFF2-40B4-BE49-F238E27FC236}">
                <a16:creationId xmlns:a16="http://schemas.microsoft.com/office/drawing/2014/main" id="{EF6A43AF-32F9-5215-F31B-D1260DA11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79564" name="Text Box 12">
            <a:extLst>
              <a:ext uri="{FF2B5EF4-FFF2-40B4-BE49-F238E27FC236}">
                <a16:creationId xmlns:a16="http://schemas.microsoft.com/office/drawing/2014/main" id="{4D830049-E1C1-9930-46BF-5D7C182AF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79565" name="Text Box 13">
            <a:extLst>
              <a:ext uri="{FF2B5EF4-FFF2-40B4-BE49-F238E27FC236}">
                <a16:creationId xmlns:a16="http://schemas.microsoft.com/office/drawing/2014/main" id="{0FA07ACC-7419-F264-6602-B4AEE04B5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79566" name="Text Box 14">
            <a:extLst>
              <a:ext uri="{FF2B5EF4-FFF2-40B4-BE49-F238E27FC236}">
                <a16:creationId xmlns:a16="http://schemas.microsoft.com/office/drawing/2014/main" id="{8F03DEE3-D5EC-7F97-7125-106F8592A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79567" name="Text Box 15">
            <a:extLst>
              <a:ext uri="{FF2B5EF4-FFF2-40B4-BE49-F238E27FC236}">
                <a16:creationId xmlns:a16="http://schemas.microsoft.com/office/drawing/2014/main" id="{1F554F5B-2394-CF8E-FC0D-C6B61419A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79568" name="Text Box 16">
            <a:extLst>
              <a:ext uri="{FF2B5EF4-FFF2-40B4-BE49-F238E27FC236}">
                <a16:creationId xmlns:a16="http://schemas.microsoft.com/office/drawing/2014/main" id="{CB77609B-E96C-DFFE-DE8D-C7536968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79569" name="Text Box 17">
            <a:extLst>
              <a:ext uri="{FF2B5EF4-FFF2-40B4-BE49-F238E27FC236}">
                <a16:creationId xmlns:a16="http://schemas.microsoft.com/office/drawing/2014/main" id="{FF5B939C-207B-03F5-3476-D67CD5C05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79570" name="Group 18">
            <a:extLst>
              <a:ext uri="{FF2B5EF4-FFF2-40B4-BE49-F238E27FC236}">
                <a16:creationId xmlns:a16="http://schemas.microsoft.com/office/drawing/2014/main" id="{9978822A-1A87-2EC1-2482-534EBA8F24B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79571" name="Line 19">
              <a:extLst>
                <a:ext uri="{FF2B5EF4-FFF2-40B4-BE49-F238E27FC236}">
                  <a16:creationId xmlns:a16="http://schemas.microsoft.com/office/drawing/2014/main" id="{12CA2102-F2B8-95C5-52D2-711FE0491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572" name="Line 20">
              <a:extLst>
                <a:ext uri="{FF2B5EF4-FFF2-40B4-BE49-F238E27FC236}">
                  <a16:creationId xmlns:a16="http://schemas.microsoft.com/office/drawing/2014/main" id="{C83A2BAB-E4A5-69AD-44A1-7C92148E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9573" name="Line 21">
              <a:extLst>
                <a:ext uri="{FF2B5EF4-FFF2-40B4-BE49-F238E27FC236}">
                  <a16:creationId xmlns:a16="http://schemas.microsoft.com/office/drawing/2014/main" id="{D6F78847-01D1-F68F-C86C-E02451C17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9574" name="Text Box 22">
            <a:extLst>
              <a:ext uri="{FF2B5EF4-FFF2-40B4-BE49-F238E27FC236}">
                <a16:creationId xmlns:a16="http://schemas.microsoft.com/office/drawing/2014/main" id="{BA401B64-BEC9-43FA-ACCE-4F36338A8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79575" name="Text Box 23">
            <a:extLst>
              <a:ext uri="{FF2B5EF4-FFF2-40B4-BE49-F238E27FC236}">
                <a16:creationId xmlns:a16="http://schemas.microsoft.com/office/drawing/2014/main" id="{0EBCFAE9-7250-F6B2-91BE-CBDF5CEDC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16E1984A-396B-6CD8-EC1F-4C8A07E67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0579" name="Text Box 3">
            <a:extLst>
              <a:ext uri="{FF2B5EF4-FFF2-40B4-BE49-F238E27FC236}">
                <a16:creationId xmlns:a16="http://schemas.microsoft.com/office/drawing/2014/main" id="{D8C418DE-07C0-F78F-A13E-08D789FEF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0580" name="Text Box 4">
            <a:extLst>
              <a:ext uri="{FF2B5EF4-FFF2-40B4-BE49-F238E27FC236}">
                <a16:creationId xmlns:a16="http://schemas.microsoft.com/office/drawing/2014/main" id="{0381E010-C7EA-F4E7-56C5-99C7EB36D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0581" name="Text Box 5">
            <a:extLst>
              <a:ext uri="{FF2B5EF4-FFF2-40B4-BE49-F238E27FC236}">
                <a16:creationId xmlns:a16="http://schemas.microsoft.com/office/drawing/2014/main" id="{6B4A8C7A-B349-94D1-E0B3-DF20EB692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0582" name="Text Box 6">
            <a:extLst>
              <a:ext uri="{FF2B5EF4-FFF2-40B4-BE49-F238E27FC236}">
                <a16:creationId xmlns:a16="http://schemas.microsoft.com/office/drawing/2014/main" id="{04557B87-5776-B718-A5AB-B730E58C6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0583" name="Text Box 7">
            <a:extLst>
              <a:ext uri="{FF2B5EF4-FFF2-40B4-BE49-F238E27FC236}">
                <a16:creationId xmlns:a16="http://schemas.microsoft.com/office/drawing/2014/main" id="{66192778-A523-58CD-F129-FF90FD253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0584" name="Text Box 8">
            <a:extLst>
              <a:ext uri="{FF2B5EF4-FFF2-40B4-BE49-F238E27FC236}">
                <a16:creationId xmlns:a16="http://schemas.microsoft.com/office/drawing/2014/main" id="{4F11002F-8FE2-1D67-0085-F5744C834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0585" name="Text Box 9">
            <a:extLst>
              <a:ext uri="{FF2B5EF4-FFF2-40B4-BE49-F238E27FC236}">
                <a16:creationId xmlns:a16="http://schemas.microsoft.com/office/drawing/2014/main" id="{8BDCF67A-FE11-0B07-14B1-BE84D8726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0586" name="Text Box 10">
            <a:extLst>
              <a:ext uri="{FF2B5EF4-FFF2-40B4-BE49-F238E27FC236}">
                <a16:creationId xmlns:a16="http://schemas.microsoft.com/office/drawing/2014/main" id="{926771D4-28E7-8F94-1222-E8EF16E9F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0587" name="Text Box 11">
            <a:extLst>
              <a:ext uri="{FF2B5EF4-FFF2-40B4-BE49-F238E27FC236}">
                <a16:creationId xmlns:a16="http://schemas.microsoft.com/office/drawing/2014/main" id="{5877DA91-F2BE-5069-93C4-09AF79A75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0588" name="Text Box 12">
            <a:extLst>
              <a:ext uri="{FF2B5EF4-FFF2-40B4-BE49-F238E27FC236}">
                <a16:creationId xmlns:a16="http://schemas.microsoft.com/office/drawing/2014/main" id="{3926D780-51DA-09FD-AFA3-AACDC5FCA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0589" name="Text Box 13">
            <a:extLst>
              <a:ext uri="{FF2B5EF4-FFF2-40B4-BE49-F238E27FC236}">
                <a16:creationId xmlns:a16="http://schemas.microsoft.com/office/drawing/2014/main" id="{EC715C94-161C-F1E1-60CC-2903BBF8F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0590" name="Text Box 14">
            <a:extLst>
              <a:ext uri="{FF2B5EF4-FFF2-40B4-BE49-F238E27FC236}">
                <a16:creationId xmlns:a16="http://schemas.microsoft.com/office/drawing/2014/main" id="{1BBD1E6A-F719-7359-D222-CF61FFB3A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0591" name="Text Box 15">
            <a:extLst>
              <a:ext uri="{FF2B5EF4-FFF2-40B4-BE49-F238E27FC236}">
                <a16:creationId xmlns:a16="http://schemas.microsoft.com/office/drawing/2014/main" id="{8739C5C6-3794-B348-4CF0-AEAC7E036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80592" name="Text Box 16">
            <a:extLst>
              <a:ext uri="{FF2B5EF4-FFF2-40B4-BE49-F238E27FC236}">
                <a16:creationId xmlns:a16="http://schemas.microsoft.com/office/drawing/2014/main" id="{835AC87E-70FB-41E2-4777-CBEA24940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0593" name="Text Box 17">
            <a:extLst>
              <a:ext uri="{FF2B5EF4-FFF2-40B4-BE49-F238E27FC236}">
                <a16:creationId xmlns:a16="http://schemas.microsoft.com/office/drawing/2014/main" id="{42DF55C7-9D52-46AF-D934-4BC9F0D97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0594" name="Group 18">
            <a:extLst>
              <a:ext uri="{FF2B5EF4-FFF2-40B4-BE49-F238E27FC236}">
                <a16:creationId xmlns:a16="http://schemas.microsoft.com/office/drawing/2014/main" id="{9109C498-BD95-FDC0-49B1-F92DF1EFC99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80595" name="Line 19">
              <a:extLst>
                <a:ext uri="{FF2B5EF4-FFF2-40B4-BE49-F238E27FC236}">
                  <a16:creationId xmlns:a16="http://schemas.microsoft.com/office/drawing/2014/main" id="{1B15F560-DC66-DCFC-9503-C610FA397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596" name="Line 20">
              <a:extLst>
                <a:ext uri="{FF2B5EF4-FFF2-40B4-BE49-F238E27FC236}">
                  <a16:creationId xmlns:a16="http://schemas.microsoft.com/office/drawing/2014/main" id="{20F83B17-EF5F-262B-5F69-8EC49D722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0597" name="Line 21">
              <a:extLst>
                <a:ext uri="{FF2B5EF4-FFF2-40B4-BE49-F238E27FC236}">
                  <a16:creationId xmlns:a16="http://schemas.microsoft.com/office/drawing/2014/main" id="{D0061BE9-DE6A-8B8D-94E5-12649FC93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0598" name="Text Box 22">
            <a:extLst>
              <a:ext uri="{FF2B5EF4-FFF2-40B4-BE49-F238E27FC236}">
                <a16:creationId xmlns:a16="http://schemas.microsoft.com/office/drawing/2014/main" id="{954048EB-9F4D-387C-703E-6E639708E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0599" name="Text Box 23">
            <a:extLst>
              <a:ext uri="{FF2B5EF4-FFF2-40B4-BE49-F238E27FC236}">
                <a16:creationId xmlns:a16="http://schemas.microsoft.com/office/drawing/2014/main" id="{FC23F8A8-36D7-005C-A9BC-A23158121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80600" name="Text Box 24">
            <a:extLst>
              <a:ext uri="{FF2B5EF4-FFF2-40B4-BE49-F238E27FC236}">
                <a16:creationId xmlns:a16="http://schemas.microsoft.com/office/drawing/2014/main" id="{399E9953-8E79-B031-379C-D8D007346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595B9DE6-2464-4AB1-393D-C28CF45A6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1603" name="Text Box 3">
            <a:extLst>
              <a:ext uri="{FF2B5EF4-FFF2-40B4-BE49-F238E27FC236}">
                <a16:creationId xmlns:a16="http://schemas.microsoft.com/office/drawing/2014/main" id="{1F7F7622-4242-068A-71A1-5ABE47A79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1604" name="Text Box 4">
            <a:extLst>
              <a:ext uri="{FF2B5EF4-FFF2-40B4-BE49-F238E27FC236}">
                <a16:creationId xmlns:a16="http://schemas.microsoft.com/office/drawing/2014/main" id="{EF918CE2-9D0C-92BA-486E-37DB64156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1605" name="Text Box 5">
            <a:extLst>
              <a:ext uri="{FF2B5EF4-FFF2-40B4-BE49-F238E27FC236}">
                <a16:creationId xmlns:a16="http://schemas.microsoft.com/office/drawing/2014/main" id="{680D4A76-AD04-6358-4966-9270B1997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1606" name="Text Box 6">
            <a:extLst>
              <a:ext uri="{FF2B5EF4-FFF2-40B4-BE49-F238E27FC236}">
                <a16:creationId xmlns:a16="http://schemas.microsoft.com/office/drawing/2014/main" id="{02B8C223-AFBD-ECD0-CDB0-1EC283330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1607" name="Text Box 7">
            <a:extLst>
              <a:ext uri="{FF2B5EF4-FFF2-40B4-BE49-F238E27FC236}">
                <a16:creationId xmlns:a16="http://schemas.microsoft.com/office/drawing/2014/main" id="{8858F812-E398-81B4-21B4-524B4DB15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1608" name="Text Box 8">
            <a:extLst>
              <a:ext uri="{FF2B5EF4-FFF2-40B4-BE49-F238E27FC236}">
                <a16:creationId xmlns:a16="http://schemas.microsoft.com/office/drawing/2014/main" id="{10803332-325B-48B7-2120-4A526F421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1609" name="Text Box 9">
            <a:extLst>
              <a:ext uri="{FF2B5EF4-FFF2-40B4-BE49-F238E27FC236}">
                <a16:creationId xmlns:a16="http://schemas.microsoft.com/office/drawing/2014/main" id="{3FDD48D9-9721-EDA1-E6BC-A9995A98C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1610" name="Text Box 10">
            <a:extLst>
              <a:ext uri="{FF2B5EF4-FFF2-40B4-BE49-F238E27FC236}">
                <a16:creationId xmlns:a16="http://schemas.microsoft.com/office/drawing/2014/main" id="{33DE8B60-5090-5D1C-2DF6-57F39F311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1611" name="Text Box 11">
            <a:extLst>
              <a:ext uri="{FF2B5EF4-FFF2-40B4-BE49-F238E27FC236}">
                <a16:creationId xmlns:a16="http://schemas.microsoft.com/office/drawing/2014/main" id="{490F1A96-2FB6-9C8D-D77E-1ED166231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1612" name="Text Box 12">
            <a:extLst>
              <a:ext uri="{FF2B5EF4-FFF2-40B4-BE49-F238E27FC236}">
                <a16:creationId xmlns:a16="http://schemas.microsoft.com/office/drawing/2014/main" id="{A1781699-945F-258A-0B3D-4D2870F66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1613" name="Text Box 13">
            <a:extLst>
              <a:ext uri="{FF2B5EF4-FFF2-40B4-BE49-F238E27FC236}">
                <a16:creationId xmlns:a16="http://schemas.microsoft.com/office/drawing/2014/main" id="{2262F45D-13F6-E022-CA2A-CF420CC37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1614" name="Text Box 14">
            <a:extLst>
              <a:ext uri="{FF2B5EF4-FFF2-40B4-BE49-F238E27FC236}">
                <a16:creationId xmlns:a16="http://schemas.microsoft.com/office/drawing/2014/main" id="{67731755-8B20-22F4-5DC7-B91C4C4C0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1615" name="Text Box 15">
            <a:extLst>
              <a:ext uri="{FF2B5EF4-FFF2-40B4-BE49-F238E27FC236}">
                <a16:creationId xmlns:a16="http://schemas.microsoft.com/office/drawing/2014/main" id="{3EF01A70-4FB2-5375-AA43-ECDBD6185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81616" name="Text Box 16">
            <a:extLst>
              <a:ext uri="{FF2B5EF4-FFF2-40B4-BE49-F238E27FC236}">
                <a16:creationId xmlns:a16="http://schemas.microsoft.com/office/drawing/2014/main" id="{59100F0A-9AE1-BCED-6079-12F9E58A8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1617" name="Text Box 17">
            <a:extLst>
              <a:ext uri="{FF2B5EF4-FFF2-40B4-BE49-F238E27FC236}">
                <a16:creationId xmlns:a16="http://schemas.microsoft.com/office/drawing/2014/main" id="{8426540D-B1BF-F41A-43FF-9134BBA07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1618" name="Group 18">
            <a:extLst>
              <a:ext uri="{FF2B5EF4-FFF2-40B4-BE49-F238E27FC236}">
                <a16:creationId xmlns:a16="http://schemas.microsoft.com/office/drawing/2014/main" id="{CB6110A6-83CA-A8DC-B602-D29660BEAEA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81619" name="Line 19">
              <a:extLst>
                <a:ext uri="{FF2B5EF4-FFF2-40B4-BE49-F238E27FC236}">
                  <a16:creationId xmlns:a16="http://schemas.microsoft.com/office/drawing/2014/main" id="{07C8C398-78AE-260A-0CDE-FC5F95DF4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20" name="Line 20">
              <a:extLst>
                <a:ext uri="{FF2B5EF4-FFF2-40B4-BE49-F238E27FC236}">
                  <a16:creationId xmlns:a16="http://schemas.microsoft.com/office/drawing/2014/main" id="{FA876470-ECA5-0724-A8B5-094EB8512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21" name="Line 21">
              <a:extLst>
                <a:ext uri="{FF2B5EF4-FFF2-40B4-BE49-F238E27FC236}">
                  <a16:creationId xmlns:a16="http://schemas.microsoft.com/office/drawing/2014/main" id="{25DC9C3D-8C72-D5C0-6864-F241CD5BB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1622" name="Text Box 22">
            <a:extLst>
              <a:ext uri="{FF2B5EF4-FFF2-40B4-BE49-F238E27FC236}">
                <a16:creationId xmlns:a16="http://schemas.microsoft.com/office/drawing/2014/main" id="{234B77A1-63E7-7D22-DF0E-AE78CA819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1623" name="Text Box 23">
            <a:extLst>
              <a:ext uri="{FF2B5EF4-FFF2-40B4-BE49-F238E27FC236}">
                <a16:creationId xmlns:a16="http://schemas.microsoft.com/office/drawing/2014/main" id="{18636089-4E9C-FF08-465F-9B34B9C2B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81624" name="Text Box 24">
            <a:extLst>
              <a:ext uri="{FF2B5EF4-FFF2-40B4-BE49-F238E27FC236}">
                <a16:creationId xmlns:a16="http://schemas.microsoft.com/office/drawing/2014/main" id="{5C4AD3AE-3791-3DD5-896F-57C90076B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F7CF05E2-67D8-2FAE-39D0-04CCB58FD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2627" name="Text Box 3">
            <a:extLst>
              <a:ext uri="{FF2B5EF4-FFF2-40B4-BE49-F238E27FC236}">
                <a16:creationId xmlns:a16="http://schemas.microsoft.com/office/drawing/2014/main" id="{2EF5893A-0020-ADBA-A39C-DA55419C2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2628" name="Text Box 4">
            <a:extLst>
              <a:ext uri="{FF2B5EF4-FFF2-40B4-BE49-F238E27FC236}">
                <a16:creationId xmlns:a16="http://schemas.microsoft.com/office/drawing/2014/main" id="{34AC1526-9374-36E3-51EE-EFCEF6A5A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2629" name="Text Box 5">
            <a:extLst>
              <a:ext uri="{FF2B5EF4-FFF2-40B4-BE49-F238E27FC236}">
                <a16:creationId xmlns:a16="http://schemas.microsoft.com/office/drawing/2014/main" id="{B10FF205-7DD2-7AD6-5FC5-361F24F02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2630" name="Text Box 6">
            <a:extLst>
              <a:ext uri="{FF2B5EF4-FFF2-40B4-BE49-F238E27FC236}">
                <a16:creationId xmlns:a16="http://schemas.microsoft.com/office/drawing/2014/main" id="{9696FA3F-73CB-68BF-5F98-1AB64A0D8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2631" name="Text Box 7">
            <a:extLst>
              <a:ext uri="{FF2B5EF4-FFF2-40B4-BE49-F238E27FC236}">
                <a16:creationId xmlns:a16="http://schemas.microsoft.com/office/drawing/2014/main" id="{E61D083A-3C12-98AD-DDF9-5BB88C824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2632" name="Text Box 8">
            <a:extLst>
              <a:ext uri="{FF2B5EF4-FFF2-40B4-BE49-F238E27FC236}">
                <a16:creationId xmlns:a16="http://schemas.microsoft.com/office/drawing/2014/main" id="{FA77A5BA-B47A-B99C-D8BF-8B4D34854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2633" name="Text Box 9">
            <a:extLst>
              <a:ext uri="{FF2B5EF4-FFF2-40B4-BE49-F238E27FC236}">
                <a16:creationId xmlns:a16="http://schemas.microsoft.com/office/drawing/2014/main" id="{0882CE79-B723-61D0-D5C2-17123FBA8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2634" name="Text Box 10">
            <a:extLst>
              <a:ext uri="{FF2B5EF4-FFF2-40B4-BE49-F238E27FC236}">
                <a16:creationId xmlns:a16="http://schemas.microsoft.com/office/drawing/2014/main" id="{6FB97664-26A7-AE69-C5D8-E0341376B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2635" name="Text Box 11">
            <a:extLst>
              <a:ext uri="{FF2B5EF4-FFF2-40B4-BE49-F238E27FC236}">
                <a16:creationId xmlns:a16="http://schemas.microsoft.com/office/drawing/2014/main" id="{AE84F667-93A2-4AD4-7646-0FD983D86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2636" name="Text Box 12">
            <a:extLst>
              <a:ext uri="{FF2B5EF4-FFF2-40B4-BE49-F238E27FC236}">
                <a16:creationId xmlns:a16="http://schemas.microsoft.com/office/drawing/2014/main" id="{59BC47B6-C628-D425-D3C0-A6BFC51D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2637" name="Text Box 13">
            <a:extLst>
              <a:ext uri="{FF2B5EF4-FFF2-40B4-BE49-F238E27FC236}">
                <a16:creationId xmlns:a16="http://schemas.microsoft.com/office/drawing/2014/main" id="{723C6325-6873-B132-42D3-671BCC609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2638" name="Text Box 14">
            <a:extLst>
              <a:ext uri="{FF2B5EF4-FFF2-40B4-BE49-F238E27FC236}">
                <a16:creationId xmlns:a16="http://schemas.microsoft.com/office/drawing/2014/main" id="{B413E522-5621-5FAB-1B35-964A2AE1F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2639" name="Text Box 15">
            <a:extLst>
              <a:ext uri="{FF2B5EF4-FFF2-40B4-BE49-F238E27FC236}">
                <a16:creationId xmlns:a16="http://schemas.microsoft.com/office/drawing/2014/main" id="{350168FB-65B9-AA0F-D748-331522DA1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2640" name="Text Box 16">
            <a:extLst>
              <a:ext uri="{FF2B5EF4-FFF2-40B4-BE49-F238E27FC236}">
                <a16:creationId xmlns:a16="http://schemas.microsoft.com/office/drawing/2014/main" id="{D9AE4978-6F05-122E-699E-4A057CDDC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2641" name="Text Box 17">
            <a:extLst>
              <a:ext uri="{FF2B5EF4-FFF2-40B4-BE49-F238E27FC236}">
                <a16:creationId xmlns:a16="http://schemas.microsoft.com/office/drawing/2014/main" id="{FF43E787-88D0-42E0-48F2-E3AD816CD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2642" name="Group 18">
            <a:extLst>
              <a:ext uri="{FF2B5EF4-FFF2-40B4-BE49-F238E27FC236}">
                <a16:creationId xmlns:a16="http://schemas.microsoft.com/office/drawing/2014/main" id="{6F168942-4317-0C57-21B8-8E22BA2A0E5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505325" y="4152900"/>
            <a:ext cx="590550" cy="446088"/>
            <a:chOff x="1760" y="2424"/>
            <a:chExt cx="372" cy="502"/>
          </a:xfrm>
        </p:grpSpPr>
        <p:sp>
          <p:nvSpPr>
            <p:cNvPr id="282643" name="Line 19">
              <a:extLst>
                <a:ext uri="{FF2B5EF4-FFF2-40B4-BE49-F238E27FC236}">
                  <a16:creationId xmlns:a16="http://schemas.microsoft.com/office/drawing/2014/main" id="{EDB35E73-8F8B-3CE3-B5BA-D9879977C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44" name="Line 20">
              <a:extLst>
                <a:ext uri="{FF2B5EF4-FFF2-40B4-BE49-F238E27FC236}">
                  <a16:creationId xmlns:a16="http://schemas.microsoft.com/office/drawing/2014/main" id="{2CAF0E15-7524-0B4E-989F-261130201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45" name="Line 21">
              <a:extLst>
                <a:ext uri="{FF2B5EF4-FFF2-40B4-BE49-F238E27FC236}">
                  <a16:creationId xmlns:a16="http://schemas.microsoft.com/office/drawing/2014/main" id="{2B670C80-D69B-D083-99CE-F2626A35D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2646" name="Text Box 22">
            <a:extLst>
              <a:ext uri="{FF2B5EF4-FFF2-40B4-BE49-F238E27FC236}">
                <a16:creationId xmlns:a16="http://schemas.microsoft.com/office/drawing/2014/main" id="{FBFABEC2-978B-0B0E-DECC-D7821CE57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2647" name="Text Box 23">
            <a:extLst>
              <a:ext uri="{FF2B5EF4-FFF2-40B4-BE49-F238E27FC236}">
                <a16:creationId xmlns:a16="http://schemas.microsoft.com/office/drawing/2014/main" id="{0FFF2EFA-E9B2-A2AB-1925-CB816304C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EBF3124F-7D0F-6E22-8237-E54085BAA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3651" name="Text Box 3">
            <a:extLst>
              <a:ext uri="{FF2B5EF4-FFF2-40B4-BE49-F238E27FC236}">
                <a16:creationId xmlns:a16="http://schemas.microsoft.com/office/drawing/2014/main" id="{81EFF4DE-6DB4-CAA9-5CFE-2F01C0567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3652" name="Text Box 4">
            <a:extLst>
              <a:ext uri="{FF2B5EF4-FFF2-40B4-BE49-F238E27FC236}">
                <a16:creationId xmlns:a16="http://schemas.microsoft.com/office/drawing/2014/main" id="{1644AE88-6709-A665-D7A3-884C4EA06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3653" name="Text Box 5">
            <a:extLst>
              <a:ext uri="{FF2B5EF4-FFF2-40B4-BE49-F238E27FC236}">
                <a16:creationId xmlns:a16="http://schemas.microsoft.com/office/drawing/2014/main" id="{C6FADD00-5BAB-E93E-C1A0-829437609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3654" name="Text Box 6">
            <a:extLst>
              <a:ext uri="{FF2B5EF4-FFF2-40B4-BE49-F238E27FC236}">
                <a16:creationId xmlns:a16="http://schemas.microsoft.com/office/drawing/2014/main" id="{789D491D-EEED-CA15-2C71-281DF3808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3655" name="Text Box 7">
            <a:extLst>
              <a:ext uri="{FF2B5EF4-FFF2-40B4-BE49-F238E27FC236}">
                <a16:creationId xmlns:a16="http://schemas.microsoft.com/office/drawing/2014/main" id="{1994B219-D078-1F8B-5A37-F2546F736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3656" name="Text Box 8">
            <a:extLst>
              <a:ext uri="{FF2B5EF4-FFF2-40B4-BE49-F238E27FC236}">
                <a16:creationId xmlns:a16="http://schemas.microsoft.com/office/drawing/2014/main" id="{B0C0C20C-E59E-F581-9B76-FDC9DF7A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3657" name="Text Box 9">
            <a:extLst>
              <a:ext uri="{FF2B5EF4-FFF2-40B4-BE49-F238E27FC236}">
                <a16:creationId xmlns:a16="http://schemas.microsoft.com/office/drawing/2014/main" id="{9772515E-E88C-E415-B48A-F9E97DBC5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3658" name="Text Box 10">
            <a:extLst>
              <a:ext uri="{FF2B5EF4-FFF2-40B4-BE49-F238E27FC236}">
                <a16:creationId xmlns:a16="http://schemas.microsoft.com/office/drawing/2014/main" id="{8E0A8924-CD97-13EC-43A7-1AE86FD07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3659" name="Text Box 11">
            <a:extLst>
              <a:ext uri="{FF2B5EF4-FFF2-40B4-BE49-F238E27FC236}">
                <a16:creationId xmlns:a16="http://schemas.microsoft.com/office/drawing/2014/main" id="{ED2FE6C7-7670-9629-4B2E-97A0C52B3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3660" name="Text Box 12">
            <a:extLst>
              <a:ext uri="{FF2B5EF4-FFF2-40B4-BE49-F238E27FC236}">
                <a16:creationId xmlns:a16="http://schemas.microsoft.com/office/drawing/2014/main" id="{A57F1B5E-E95F-1463-3770-6B90B9FED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3661" name="Text Box 13">
            <a:extLst>
              <a:ext uri="{FF2B5EF4-FFF2-40B4-BE49-F238E27FC236}">
                <a16:creationId xmlns:a16="http://schemas.microsoft.com/office/drawing/2014/main" id="{A4BA782B-6235-556A-D440-83D4522E4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3662" name="Text Box 14">
            <a:extLst>
              <a:ext uri="{FF2B5EF4-FFF2-40B4-BE49-F238E27FC236}">
                <a16:creationId xmlns:a16="http://schemas.microsoft.com/office/drawing/2014/main" id="{8B210BFB-2E8B-2583-2E96-5AFBFB61D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3663" name="Text Box 15">
            <a:extLst>
              <a:ext uri="{FF2B5EF4-FFF2-40B4-BE49-F238E27FC236}">
                <a16:creationId xmlns:a16="http://schemas.microsoft.com/office/drawing/2014/main" id="{EF1A6B95-016C-FF07-838B-1B4719FC5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3664" name="Text Box 16">
            <a:extLst>
              <a:ext uri="{FF2B5EF4-FFF2-40B4-BE49-F238E27FC236}">
                <a16:creationId xmlns:a16="http://schemas.microsoft.com/office/drawing/2014/main" id="{9F60C8EF-7FEF-B39D-10AC-910CC3A45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3665" name="Text Box 17">
            <a:extLst>
              <a:ext uri="{FF2B5EF4-FFF2-40B4-BE49-F238E27FC236}">
                <a16:creationId xmlns:a16="http://schemas.microsoft.com/office/drawing/2014/main" id="{1A920FF1-C299-47E8-99A7-29AAB071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3666" name="Group 18">
            <a:extLst>
              <a:ext uri="{FF2B5EF4-FFF2-40B4-BE49-F238E27FC236}">
                <a16:creationId xmlns:a16="http://schemas.microsoft.com/office/drawing/2014/main" id="{0F1C0B6F-210F-98FF-4D1B-04424C961DE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505325" y="4152900"/>
            <a:ext cx="590550" cy="446088"/>
            <a:chOff x="1760" y="2424"/>
            <a:chExt cx="372" cy="502"/>
          </a:xfrm>
        </p:grpSpPr>
        <p:sp>
          <p:nvSpPr>
            <p:cNvPr id="283667" name="Line 19">
              <a:extLst>
                <a:ext uri="{FF2B5EF4-FFF2-40B4-BE49-F238E27FC236}">
                  <a16:creationId xmlns:a16="http://schemas.microsoft.com/office/drawing/2014/main" id="{76FCFEA7-F4A7-1290-3643-EF0A2F151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668" name="Line 20">
              <a:extLst>
                <a:ext uri="{FF2B5EF4-FFF2-40B4-BE49-F238E27FC236}">
                  <a16:creationId xmlns:a16="http://schemas.microsoft.com/office/drawing/2014/main" id="{BD29EA24-4304-6553-DD75-C31BAF0FA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669" name="Line 21">
              <a:extLst>
                <a:ext uri="{FF2B5EF4-FFF2-40B4-BE49-F238E27FC236}">
                  <a16:creationId xmlns:a16="http://schemas.microsoft.com/office/drawing/2014/main" id="{357C14A7-F4AA-698C-7E7A-0F0B61018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3670" name="Text Box 22">
            <a:extLst>
              <a:ext uri="{FF2B5EF4-FFF2-40B4-BE49-F238E27FC236}">
                <a16:creationId xmlns:a16="http://schemas.microsoft.com/office/drawing/2014/main" id="{ECDAD119-1A1E-5E9C-69D2-57E10CF55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3671" name="Text Box 23">
            <a:extLst>
              <a:ext uri="{FF2B5EF4-FFF2-40B4-BE49-F238E27FC236}">
                <a16:creationId xmlns:a16="http://schemas.microsoft.com/office/drawing/2014/main" id="{2F2043BB-0143-A806-16B7-017B943E4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83672" name="Text Box 24">
            <a:extLst>
              <a:ext uri="{FF2B5EF4-FFF2-40B4-BE49-F238E27FC236}">
                <a16:creationId xmlns:a16="http://schemas.microsoft.com/office/drawing/2014/main" id="{EE1C897A-B499-218E-61A9-A2A8E77A0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C8142672-4296-A807-2583-94144F0BC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Third “Bubble Up”</a:t>
            </a:r>
          </a:p>
        </p:txBody>
      </p:sp>
      <p:sp>
        <p:nvSpPr>
          <p:cNvPr id="284675" name="Text Box 3">
            <a:extLst>
              <a:ext uri="{FF2B5EF4-FFF2-40B4-BE49-F238E27FC236}">
                <a16:creationId xmlns:a16="http://schemas.microsoft.com/office/drawing/2014/main" id="{3781B05A-8505-3FAF-1E8E-90A8F4E7D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4676" name="Text Box 4">
            <a:extLst>
              <a:ext uri="{FF2B5EF4-FFF2-40B4-BE49-F238E27FC236}">
                <a16:creationId xmlns:a16="http://schemas.microsoft.com/office/drawing/2014/main" id="{8188B59C-E8A2-4DF7-2152-A57809D69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4677" name="Text Box 5">
            <a:extLst>
              <a:ext uri="{FF2B5EF4-FFF2-40B4-BE49-F238E27FC236}">
                <a16:creationId xmlns:a16="http://schemas.microsoft.com/office/drawing/2014/main" id="{5F5AB25A-BC73-93ED-C49C-EA486E37D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4678" name="Text Box 6">
            <a:extLst>
              <a:ext uri="{FF2B5EF4-FFF2-40B4-BE49-F238E27FC236}">
                <a16:creationId xmlns:a16="http://schemas.microsoft.com/office/drawing/2014/main" id="{74693B4E-2A89-148C-508C-FF0288DBC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4679" name="Text Box 7">
            <a:extLst>
              <a:ext uri="{FF2B5EF4-FFF2-40B4-BE49-F238E27FC236}">
                <a16:creationId xmlns:a16="http://schemas.microsoft.com/office/drawing/2014/main" id="{15611E63-4CFD-D34A-A89B-77648BCAB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4680" name="Text Box 8">
            <a:extLst>
              <a:ext uri="{FF2B5EF4-FFF2-40B4-BE49-F238E27FC236}">
                <a16:creationId xmlns:a16="http://schemas.microsoft.com/office/drawing/2014/main" id="{94BC7926-12F4-63B4-61F4-DBE07CD1F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4681" name="Text Box 9">
            <a:extLst>
              <a:ext uri="{FF2B5EF4-FFF2-40B4-BE49-F238E27FC236}">
                <a16:creationId xmlns:a16="http://schemas.microsoft.com/office/drawing/2014/main" id="{86ABF715-5A3C-4375-E8DA-09AEF703D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4682" name="Text Box 10">
            <a:extLst>
              <a:ext uri="{FF2B5EF4-FFF2-40B4-BE49-F238E27FC236}">
                <a16:creationId xmlns:a16="http://schemas.microsoft.com/office/drawing/2014/main" id="{7D5D62F0-4186-7AD0-633F-1EFEA0F92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4683" name="Text Box 11">
            <a:extLst>
              <a:ext uri="{FF2B5EF4-FFF2-40B4-BE49-F238E27FC236}">
                <a16:creationId xmlns:a16="http://schemas.microsoft.com/office/drawing/2014/main" id="{E341009F-22D3-9A57-0099-FECB808DA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4684" name="Text Box 12">
            <a:extLst>
              <a:ext uri="{FF2B5EF4-FFF2-40B4-BE49-F238E27FC236}">
                <a16:creationId xmlns:a16="http://schemas.microsoft.com/office/drawing/2014/main" id="{B3C9E333-C11B-119C-FB59-0BA505628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4685" name="Text Box 13">
            <a:extLst>
              <a:ext uri="{FF2B5EF4-FFF2-40B4-BE49-F238E27FC236}">
                <a16:creationId xmlns:a16="http://schemas.microsoft.com/office/drawing/2014/main" id="{941A0FF3-A25A-7591-181C-6BEA979D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4686" name="Text Box 14">
            <a:extLst>
              <a:ext uri="{FF2B5EF4-FFF2-40B4-BE49-F238E27FC236}">
                <a16:creationId xmlns:a16="http://schemas.microsoft.com/office/drawing/2014/main" id="{A655E26B-3CA0-BA75-7F03-33B52DC61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4687" name="Text Box 15">
            <a:extLst>
              <a:ext uri="{FF2B5EF4-FFF2-40B4-BE49-F238E27FC236}">
                <a16:creationId xmlns:a16="http://schemas.microsoft.com/office/drawing/2014/main" id="{219384E3-7AB1-B8AB-30B5-B8D005B5F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4688" name="Text Box 16">
            <a:extLst>
              <a:ext uri="{FF2B5EF4-FFF2-40B4-BE49-F238E27FC236}">
                <a16:creationId xmlns:a16="http://schemas.microsoft.com/office/drawing/2014/main" id="{986AE592-9181-D493-F6EE-B9199EBD1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4689" name="Text Box 17">
            <a:extLst>
              <a:ext uri="{FF2B5EF4-FFF2-40B4-BE49-F238E27FC236}">
                <a16:creationId xmlns:a16="http://schemas.microsoft.com/office/drawing/2014/main" id="{92EC39A6-CE57-A889-D7B2-9E063E86C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4690" name="Group 18">
            <a:extLst>
              <a:ext uri="{FF2B5EF4-FFF2-40B4-BE49-F238E27FC236}">
                <a16:creationId xmlns:a16="http://schemas.microsoft.com/office/drawing/2014/main" id="{00BCC331-7200-C7E6-2A65-14FA63D8E31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505325" y="4152900"/>
            <a:ext cx="590550" cy="446088"/>
            <a:chOff x="1760" y="2424"/>
            <a:chExt cx="372" cy="502"/>
          </a:xfrm>
        </p:grpSpPr>
        <p:sp>
          <p:nvSpPr>
            <p:cNvPr id="284691" name="Line 19">
              <a:extLst>
                <a:ext uri="{FF2B5EF4-FFF2-40B4-BE49-F238E27FC236}">
                  <a16:creationId xmlns:a16="http://schemas.microsoft.com/office/drawing/2014/main" id="{C2CF857B-A4CF-FCA9-1CE3-C891831B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692" name="Line 20">
              <a:extLst>
                <a:ext uri="{FF2B5EF4-FFF2-40B4-BE49-F238E27FC236}">
                  <a16:creationId xmlns:a16="http://schemas.microsoft.com/office/drawing/2014/main" id="{9E73DE01-5443-0AE2-3C98-D21267C10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693" name="Line 21">
              <a:extLst>
                <a:ext uri="{FF2B5EF4-FFF2-40B4-BE49-F238E27FC236}">
                  <a16:creationId xmlns:a16="http://schemas.microsoft.com/office/drawing/2014/main" id="{53C48767-034C-0C39-E8A9-651E55D38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4694" name="Text Box 22">
            <a:extLst>
              <a:ext uri="{FF2B5EF4-FFF2-40B4-BE49-F238E27FC236}">
                <a16:creationId xmlns:a16="http://schemas.microsoft.com/office/drawing/2014/main" id="{3286D27D-898C-3CF9-B917-2EBD728BF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4695" name="Text Box 23">
            <a:extLst>
              <a:ext uri="{FF2B5EF4-FFF2-40B4-BE49-F238E27FC236}">
                <a16:creationId xmlns:a16="http://schemas.microsoft.com/office/drawing/2014/main" id="{60BA02F0-385D-035E-05F3-D4E6A3343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84696" name="Text Box 24">
            <a:extLst>
              <a:ext uri="{FF2B5EF4-FFF2-40B4-BE49-F238E27FC236}">
                <a16:creationId xmlns:a16="http://schemas.microsoft.com/office/drawing/2014/main" id="{B349150C-1A5B-9A70-1489-6B384D883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9232CA2C-71D1-54D1-2D21-C0024A49E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Third Pass of Outer Loop</a:t>
            </a:r>
          </a:p>
        </p:txBody>
      </p:sp>
      <p:sp>
        <p:nvSpPr>
          <p:cNvPr id="285699" name="Text Box 3">
            <a:extLst>
              <a:ext uri="{FF2B5EF4-FFF2-40B4-BE49-F238E27FC236}">
                <a16:creationId xmlns:a16="http://schemas.microsoft.com/office/drawing/2014/main" id="{ABAC62F0-0A53-6D77-3520-DCE0BE1B9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5700" name="Text Box 4">
            <a:extLst>
              <a:ext uri="{FF2B5EF4-FFF2-40B4-BE49-F238E27FC236}">
                <a16:creationId xmlns:a16="http://schemas.microsoft.com/office/drawing/2014/main" id="{E6E35728-AE25-49DE-9B96-57B39D821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5701" name="Text Box 5">
            <a:extLst>
              <a:ext uri="{FF2B5EF4-FFF2-40B4-BE49-F238E27FC236}">
                <a16:creationId xmlns:a16="http://schemas.microsoft.com/office/drawing/2014/main" id="{3E5B1388-92CB-A4F9-D224-65CFDF0AF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5702" name="Text Box 6">
            <a:extLst>
              <a:ext uri="{FF2B5EF4-FFF2-40B4-BE49-F238E27FC236}">
                <a16:creationId xmlns:a16="http://schemas.microsoft.com/office/drawing/2014/main" id="{7A588AD4-3C28-22C0-4580-8E730C832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5703" name="Text Box 7">
            <a:extLst>
              <a:ext uri="{FF2B5EF4-FFF2-40B4-BE49-F238E27FC236}">
                <a16:creationId xmlns:a16="http://schemas.microsoft.com/office/drawing/2014/main" id="{6D6DECD5-BAB9-CC07-4C53-646A03856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5704" name="Text Box 8">
            <a:extLst>
              <a:ext uri="{FF2B5EF4-FFF2-40B4-BE49-F238E27FC236}">
                <a16:creationId xmlns:a16="http://schemas.microsoft.com/office/drawing/2014/main" id="{FDFC597F-2C06-3643-077A-FF3FF0FD3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5705" name="Text Box 9">
            <a:extLst>
              <a:ext uri="{FF2B5EF4-FFF2-40B4-BE49-F238E27FC236}">
                <a16:creationId xmlns:a16="http://schemas.microsoft.com/office/drawing/2014/main" id="{773AC562-8552-34E3-15B2-6E762A157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5706" name="Text Box 10">
            <a:extLst>
              <a:ext uri="{FF2B5EF4-FFF2-40B4-BE49-F238E27FC236}">
                <a16:creationId xmlns:a16="http://schemas.microsoft.com/office/drawing/2014/main" id="{CEEB5FA9-C9A6-772D-03E6-BC3339602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5707" name="Text Box 11">
            <a:extLst>
              <a:ext uri="{FF2B5EF4-FFF2-40B4-BE49-F238E27FC236}">
                <a16:creationId xmlns:a16="http://schemas.microsoft.com/office/drawing/2014/main" id="{1718F4C8-DFFB-4067-775F-C20708694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5708" name="Text Box 12">
            <a:extLst>
              <a:ext uri="{FF2B5EF4-FFF2-40B4-BE49-F238E27FC236}">
                <a16:creationId xmlns:a16="http://schemas.microsoft.com/office/drawing/2014/main" id="{64D295DB-F603-B6B8-4A28-0D64A8D9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5709" name="Text Box 13">
            <a:extLst>
              <a:ext uri="{FF2B5EF4-FFF2-40B4-BE49-F238E27FC236}">
                <a16:creationId xmlns:a16="http://schemas.microsoft.com/office/drawing/2014/main" id="{9B3A58E3-3F37-C70D-919D-8F21E8213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5710" name="Text Box 14">
            <a:extLst>
              <a:ext uri="{FF2B5EF4-FFF2-40B4-BE49-F238E27FC236}">
                <a16:creationId xmlns:a16="http://schemas.microsoft.com/office/drawing/2014/main" id="{438FFA00-63DF-1AC7-577E-E3736A2BF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85711" name="Text Box 15">
            <a:extLst>
              <a:ext uri="{FF2B5EF4-FFF2-40B4-BE49-F238E27FC236}">
                <a16:creationId xmlns:a16="http://schemas.microsoft.com/office/drawing/2014/main" id="{4CC515F5-3E69-C18B-BC1F-1A73BB26D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5712" name="Text Box 16">
            <a:extLst>
              <a:ext uri="{FF2B5EF4-FFF2-40B4-BE49-F238E27FC236}">
                <a16:creationId xmlns:a16="http://schemas.microsoft.com/office/drawing/2014/main" id="{3E775C99-D49D-BBE7-7161-CD652E30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5713" name="Text Box 17">
            <a:extLst>
              <a:ext uri="{FF2B5EF4-FFF2-40B4-BE49-F238E27FC236}">
                <a16:creationId xmlns:a16="http://schemas.microsoft.com/office/drawing/2014/main" id="{B23DE97C-1F62-32BE-96AF-0987F6FE7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5714" name="Group 18">
            <a:extLst>
              <a:ext uri="{FF2B5EF4-FFF2-40B4-BE49-F238E27FC236}">
                <a16:creationId xmlns:a16="http://schemas.microsoft.com/office/drawing/2014/main" id="{B742A3A5-5A1F-45B0-D5C2-48343706D15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095875" y="4152900"/>
            <a:ext cx="590550" cy="446088"/>
            <a:chOff x="1760" y="2424"/>
            <a:chExt cx="372" cy="502"/>
          </a:xfrm>
        </p:grpSpPr>
        <p:sp>
          <p:nvSpPr>
            <p:cNvPr id="285715" name="Line 19">
              <a:extLst>
                <a:ext uri="{FF2B5EF4-FFF2-40B4-BE49-F238E27FC236}">
                  <a16:creationId xmlns:a16="http://schemas.microsoft.com/office/drawing/2014/main" id="{7CFDF411-3AB1-DBCA-2D94-76C8F0BB5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716" name="Line 20">
              <a:extLst>
                <a:ext uri="{FF2B5EF4-FFF2-40B4-BE49-F238E27FC236}">
                  <a16:creationId xmlns:a16="http://schemas.microsoft.com/office/drawing/2014/main" id="{36790E45-BF1E-C12C-2646-22C96E69D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717" name="Line 21">
              <a:extLst>
                <a:ext uri="{FF2B5EF4-FFF2-40B4-BE49-F238E27FC236}">
                  <a16:creationId xmlns:a16="http://schemas.microsoft.com/office/drawing/2014/main" id="{FC336B9E-2DB2-13ED-7748-C392979E3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5718" name="Text Box 22">
            <a:extLst>
              <a:ext uri="{FF2B5EF4-FFF2-40B4-BE49-F238E27FC236}">
                <a16:creationId xmlns:a16="http://schemas.microsoft.com/office/drawing/2014/main" id="{7ECBA70E-2347-6DBE-834B-EDCC07E83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5719" name="Text Box 23">
            <a:extLst>
              <a:ext uri="{FF2B5EF4-FFF2-40B4-BE49-F238E27FC236}">
                <a16:creationId xmlns:a16="http://schemas.microsoft.com/office/drawing/2014/main" id="{CDEF0D17-3EB4-5FFA-658B-6459051AD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85721" name="Text Box 25">
            <a:extLst>
              <a:ext uri="{FF2B5EF4-FFF2-40B4-BE49-F238E27FC236}">
                <a16:creationId xmlns:a16="http://schemas.microsoft.com/office/drawing/2014/main" id="{0BBC4260-DB5F-E8FF-DB13-13FDD112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106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Finished third “Bubble Up”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3E17A6AC-3B04-80C3-2B10-F68E86442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86723" name="Text Box 3">
            <a:extLst>
              <a:ext uri="{FF2B5EF4-FFF2-40B4-BE49-F238E27FC236}">
                <a16:creationId xmlns:a16="http://schemas.microsoft.com/office/drawing/2014/main" id="{24952DAC-5141-2F94-36D4-DE76933DF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6724" name="Text Box 4">
            <a:extLst>
              <a:ext uri="{FF2B5EF4-FFF2-40B4-BE49-F238E27FC236}">
                <a16:creationId xmlns:a16="http://schemas.microsoft.com/office/drawing/2014/main" id="{484925BF-98F3-AB24-F6F5-DCB6D64E7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6725" name="Text Box 5">
            <a:extLst>
              <a:ext uri="{FF2B5EF4-FFF2-40B4-BE49-F238E27FC236}">
                <a16:creationId xmlns:a16="http://schemas.microsoft.com/office/drawing/2014/main" id="{3A8823C3-D110-0921-9A16-E7A217331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6726" name="Text Box 6">
            <a:extLst>
              <a:ext uri="{FF2B5EF4-FFF2-40B4-BE49-F238E27FC236}">
                <a16:creationId xmlns:a16="http://schemas.microsoft.com/office/drawing/2014/main" id="{EEC08247-4A2E-DA24-5E21-440571A59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6727" name="Text Box 7">
            <a:extLst>
              <a:ext uri="{FF2B5EF4-FFF2-40B4-BE49-F238E27FC236}">
                <a16:creationId xmlns:a16="http://schemas.microsoft.com/office/drawing/2014/main" id="{D1BEF0FF-202E-9D67-7EB5-40FF8292D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6728" name="Text Box 8">
            <a:extLst>
              <a:ext uri="{FF2B5EF4-FFF2-40B4-BE49-F238E27FC236}">
                <a16:creationId xmlns:a16="http://schemas.microsoft.com/office/drawing/2014/main" id="{6E259C54-1DA3-E993-370E-D9E260005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6729" name="Text Box 9">
            <a:extLst>
              <a:ext uri="{FF2B5EF4-FFF2-40B4-BE49-F238E27FC236}">
                <a16:creationId xmlns:a16="http://schemas.microsoft.com/office/drawing/2014/main" id="{7C68C961-6620-FFA0-CED2-F5E1D9F5F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6730" name="Text Box 10">
            <a:extLst>
              <a:ext uri="{FF2B5EF4-FFF2-40B4-BE49-F238E27FC236}">
                <a16:creationId xmlns:a16="http://schemas.microsoft.com/office/drawing/2014/main" id="{CF7A6C18-45E7-0F7C-C3FB-3CE999393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6731" name="Text Box 11">
            <a:extLst>
              <a:ext uri="{FF2B5EF4-FFF2-40B4-BE49-F238E27FC236}">
                <a16:creationId xmlns:a16="http://schemas.microsoft.com/office/drawing/2014/main" id="{D017E4DB-1C03-8FB3-9875-FF375C885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6732" name="Text Box 12">
            <a:extLst>
              <a:ext uri="{FF2B5EF4-FFF2-40B4-BE49-F238E27FC236}">
                <a16:creationId xmlns:a16="http://schemas.microsoft.com/office/drawing/2014/main" id="{372D1B83-7013-9DA5-4BF5-BFBE6EC1B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6733" name="Text Box 13">
            <a:extLst>
              <a:ext uri="{FF2B5EF4-FFF2-40B4-BE49-F238E27FC236}">
                <a16:creationId xmlns:a16="http://schemas.microsoft.com/office/drawing/2014/main" id="{406AACF5-1546-46EE-DA72-5F8E263E1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6734" name="Text Box 14">
            <a:extLst>
              <a:ext uri="{FF2B5EF4-FFF2-40B4-BE49-F238E27FC236}">
                <a16:creationId xmlns:a16="http://schemas.microsoft.com/office/drawing/2014/main" id="{EB5F3B95-5DD2-FBEE-0B8F-6B7C4FC99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86735" name="Text Box 15">
            <a:extLst>
              <a:ext uri="{FF2B5EF4-FFF2-40B4-BE49-F238E27FC236}">
                <a16:creationId xmlns:a16="http://schemas.microsoft.com/office/drawing/2014/main" id="{F573401C-CC98-C324-B177-69E2D4302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86736" name="Text Box 16">
            <a:extLst>
              <a:ext uri="{FF2B5EF4-FFF2-40B4-BE49-F238E27FC236}">
                <a16:creationId xmlns:a16="http://schemas.microsoft.com/office/drawing/2014/main" id="{E2750448-ACE1-A961-B5AB-C401BB3C1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6737" name="Text Box 17">
            <a:extLst>
              <a:ext uri="{FF2B5EF4-FFF2-40B4-BE49-F238E27FC236}">
                <a16:creationId xmlns:a16="http://schemas.microsoft.com/office/drawing/2014/main" id="{22E0D766-DB07-AFA6-67F9-8D6717BB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6738" name="Group 18">
            <a:extLst>
              <a:ext uri="{FF2B5EF4-FFF2-40B4-BE49-F238E27FC236}">
                <a16:creationId xmlns:a16="http://schemas.microsoft.com/office/drawing/2014/main" id="{F8AEFF2A-4135-2F87-A9C9-9DE29475A57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86739" name="Line 19">
              <a:extLst>
                <a:ext uri="{FF2B5EF4-FFF2-40B4-BE49-F238E27FC236}">
                  <a16:creationId xmlns:a16="http://schemas.microsoft.com/office/drawing/2014/main" id="{5E18FA9E-4204-6A4C-1A1A-A848ABEA1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40" name="Line 20">
              <a:extLst>
                <a:ext uri="{FF2B5EF4-FFF2-40B4-BE49-F238E27FC236}">
                  <a16:creationId xmlns:a16="http://schemas.microsoft.com/office/drawing/2014/main" id="{F4FE1950-05AD-EE2B-9D6A-368CED4DE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741" name="Line 21">
              <a:extLst>
                <a:ext uri="{FF2B5EF4-FFF2-40B4-BE49-F238E27FC236}">
                  <a16:creationId xmlns:a16="http://schemas.microsoft.com/office/drawing/2014/main" id="{BC9027D2-8E7F-19B7-6F53-E9187A866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742" name="Text Box 22">
            <a:extLst>
              <a:ext uri="{FF2B5EF4-FFF2-40B4-BE49-F238E27FC236}">
                <a16:creationId xmlns:a16="http://schemas.microsoft.com/office/drawing/2014/main" id="{DF1B4AF8-4A4E-1BA9-0E69-7001B8B3C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6743" name="Text Box 23">
            <a:extLst>
              <a:ext uri="{FF2B5EF4-FFF2-40B4-BE49-F238E27FC236}">
                <a16:creationId xmlns:a16="http://schemas.microsoft.com/office/drawing/2014/main" id="{77D8C114-2933-5C82-7A6C-AB8FE1651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C06E347A-4195-C6BD-55E2-951F61C19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87747" name="Text Box 3">
            <a:extLst>
              <a:ext uri="{FF2B5EF4-FFF2-40B4-BE49-F238E27FC236}">
                <a16:creationId xmlns:a16="http://schemas.microsoft.com/office/drawing/2014/main" id="{3207F8AC-632C-DF00-0ED7-A88FE8980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7748" name="Text Box 4">
            <a:extLst>
              <a:ext uri="{FF2B5EF4-FFF2-40B4-BE49-F238E27FC236}">
                <a16:creationId xmlns:a16="http://schemas.microsoft.com/office/drawing/2014/main" id="{4174F067-C654-99F5-82CF-A52DB34D2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7749" name="Text Box 5">
            <a:extLst>
              <a:ext uri="{FF2B5EF4-FFF2-40B4-BE49-F238E27FC236}">
                <a16:creationId xmlns:a16="http://schemas.microsoft.com/office/drawing/2014/main" id="{52544EDC-0036-B619-C104-75EB63776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7750" name="Text Box 6">
            <a:extLst>
              <a:ext uri="{FF2B5EF4-FFF2-40B4-BE49-F238E27FC236}">
                <a16:creationId xmlns:a16="http://schemas.microsoft.com/office/drawing/2014/main" id="{8005BBC0-5503-288B-F058-99DAE01C8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7751" name="Text Box 7">
            <a:extLst>
              <a:ext uri="{FF2B5EF4-FFF2-40B4-BE49-F238E27FC236}">
                <a16:creationId xmlns:a16="http://schemas.microsoft.com/office/drawing/2014/main" id="{CCC6F877-92EF-B21F-9D0A-0559D0090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7752" name="Text Box 8">
            <a:extLst>
              <a:ext uri="{FF2B5EF4-FFF2-40B4-BE49-F238E27FC236}">
                <a16:creationId xmlns:a16="http://schemas.microsoft.com/office/drawing/2014/main" id="{904FDF83-C893-FC60-B7AA-94FE4BB27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7753" name="Text Box 9">
            <a:extLst>
              <a:ext uri="{FF2B5EF4-FFF2-40B4-BE49-F238E27FC236}">
                <a16:creationId xmlns:a16="http://schemas.microsoft.com/office/drawing/2014/main" id="{D58968E1-2E6B-56A9-8286-4EDB12A1A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7754" name="Text Box 10">
            <a:extLst>
              <a:ext uri="{FF2B5EF4-FFF2-40B4-BE49-F238E27FC236}">
                <a16:creationId xmlns:a16="http://schemas.microsoft.com/office/drawing/2014/main" id="{694F6084-5598-E874-A072-36C5E6AE6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7755" name="Text Box 11">
            <a:extLst>
              <a:ext uri="{FF2B5EF4-FFF2-40B4-BE49-F238E27FC236}">
                <a16:creationId xmlns:a16="http://schemas.microsoft.com/office/drawing/2014/main" id="{6B005F6A-198D-C295-E8DD-1B8AD6AB7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7756" name="Text Box 12">
            <a:extLst>
              <a:ext uri="{FF2B5EF4-FFF2-40B4-BE49-F238E27FC236}">
                <a16:creationId xmlns:a16="http://schemas.microsoft.com/office/drawing/2014/main" id="{9B1FA4B2-4573-E70C-D9E8-BE709D5E1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7757" name="Text Box 13">
            <a:extLst>
              <a:ext uri="{FF2B5EF4-FFF2-40B4-BE49-F238E27FC236}">
                <a16:creationId xmlns:a16="http://schemas.microsoft.com/office/drawing/2014/main" id="{9C63D8DD-3A12-BA62-F6F1-B1488366D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7758" name="Text Box 14">
            <a:extLst>
              <a:ext uri="{FF2B5EF4-FFF2-40B4-BE49-F238E27FC236}">
                <a16:creationId xmlns:a16="http://schemas.microsoft.com/office/drawing/2014/main" id="{4D5A9B6D-422B-F3DE-1766-94B9339FC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87759" name="Text Box 15">
            <a:extLst>
              <a:ext uri="{FF2B5EF4-FFF2-40B4-BE49-F238E27FC236}">
                <a16:creationId xmlns:a16="http://schemas.microsoft.com/office/drawing/2014/main" id="{7B7FDC48-3032-C2BC-8FC3-E0A89C2A6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87760" name="Text Box 16">
            <a:extLst>
              <a:ext uri="{FF2B5EF4-FFF2-40B4-BE49-F238E27FC236}">
                <a16:creationId xmlns:a16="http://schemas.microsoft.com/office/drawing/2014/main" id="{CB627CB7-4FBD-13AC-8933-68B379D74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7761" name="Text Box 17">
            <a:extLst>
              <a:ext uri="{FF2B5EF4-FFF2-40B4-BE49-F238E27FC236}">
                <a16:creationId xmlns:a16="http://schemas.microsoft.com/office/drawing/2014/main" id="{AFF495EC-A6D2-7A9B-22B0-1EFBA0757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7762" name="Group 18">
            <a:extLst>
              <a:ext uri="{FF2B5EF4-FFF2-40B4-BE49-F238E27FC236}">
                <a16:creationId xmlns:a16="http://schemas.microsoft.com/office/drawing/2014/main" id="{5AA9A529-7F00-60E0-05DB-AEE8FE75310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87763" name="Line 19">
              <a:extLst>
                <a:ext uri="{FF2B5EF4-FFF2-40B4-BE49-F238E27FC236}">
                  <a16:creationId xmlns:a16="http://schemas.microsoft.com/office/drawing/2014/main" id="{5471B6E0-DE24-3FC6-7014-BF0031724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764" name="Line 20">
              <a:extLst>
                <a:ext uri="{FF2B5EF4-FFF2-40B4-BE49-F238E27FC236}">
                  <a16:creationId xmlns:a16="http://schemas.microsoft.com/office/drawing/2014/main" id="{7E42E8D9-6CAF-777C-C3D5-72722612E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765" name="Line 21">
              <a:extLst>
                <a:ext uri="{FF2B5EF4-FFF2-40B4-BE49-F238E27FC236}">
                  <a16:creationId xmlns:a16="http://schemas.microsoft.com/office/drawing/2014/main" id="{86689C4B-9E2B-679B-E864-B31AF3DB7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7766" name="Text Box 22">
            <a:extLst>
              <a:ext uri="{FF2B5EF4-FFF2-40B4-BE49-F238E27FC236}">
                <a16:creationId xmlns:a16="http://schemas.microsoft.com/office/drawing/2014/main" id="{A786B0B5-9270-D5C1-7C6A-91C3053AF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7767" name="Text Box 23">
            <a:extLst>
              <a:ext uri="{FF2B5EF4-FFF2-40B4-BE49-F238E27FC236}">
                <a16:creationId xmlns:a16="http://schemas.microsoft.com/office/drawing/2014/main" id="{BFDC677C-821B-848F-445D-499493119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287768" name="Text Box 24">
            <a:extLst>
              <a:ext uri="{FF2B5EF4-FFF2-40B4-BE49-F238E27FC236}">
                <a16:creationId xmlns:a16="http://schemas.microsoft.com/office/drawing/2014/main" id="{A779E58E-8F45-89AE-9F4A-C5C665A42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3D1C8E01-514B-6B72-14F8-7940C26AB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88771" name="Text Box 3">
            <a:extLst>
              <a:ext uri="{FF2B5EF4-FFF2-40B4-BE49-F238E27FC236}">
                <a16:creationId xmlns:a16="http://schemas.microsoft.com/office/drawing/2014/main" id="{048CC665-3D3C-DA39-362F-0E7ADEE11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8772" name="Text Box 4">
            <a:extLst>
              <a:ext uri="{FF2B5EF4-FFF2-40B4-BE49-F238E27FC236}">
                <a16:creationId xmlns:a16="http://schemas.microsoft.com/office/drawing/2014/main" id="{3A9C251D-D576-3C66-5213-FEE8D06D1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8773" name="Text Box 5">
            <a:extLst>
              <a:ext uri="{FF2B5EF4-FFF2-40B4-BE49-F238E27FC236}">
                <a16:creationId xmlns:a16="http://schemas.microsoft.com/office/drawing/2014/main" id="{6DC3B66D-94C4-B05E-A536-317E7E62A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8774" name="Text Box 6">
            <a:extLst>
              <a:ext uri="{FF2B5EF4-FFF2-40B4-BE49-F238E27FC236}">
                <a16:creationId xmlns:a16="http://schemas.microsoft.com/office/drawing/2014/main" id="{B3C540F4-CC4E-D73A-8F50-274623FFD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8775" name="Text Box 7">
            <a:extLst>
              <a:ext uri="{FF2B5EF4-FFF2-40B4-BE49-F238E27FC236}">
                <a16:creationId xmlns:a16="http://schemas.microsoft.com/office/drawing/2014/main" id="{801440EB-3A53-78F2-987B-9A679503C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8776" name="Text Box 8">
            <a:extLst>
              <a:ext uri="{FF2B5EF4-FFF2-40B4-BE49-F238E27FC236}">
                <a16:creationId xmlns:a16="http://schemas.microsoft.com/office/drawing/2014/main" id="{0D2AA1D9-1DDD-7808-F1D5-296290427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8777" name="Text Box 9">
            <a:extLst>
              <a:ext uri="{FF2B5EF4-FFF2-40B4-BE49-F238E27FC236}">
                <a16:creationId xmlns:a16="http://schemas.microsoft.com/office/drawing/2014/main" id="{F361B1D4-7794-8571-A542-AAA81D3BF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8778" name="Text Box 10">
            <a:extLst>
              <a:ext uri="{FF2B5EF4-FFF2-40B4-BE49-F238E27FC236}">
                <a16:creationId xmlns:a16="http://schemas.microsoft.com/office/drawing/2014/main" id="{84A1D094-2CD2-7776-20C9-086D2419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8779" name="Text Box 11">
            <a:extLst>
              <a:ext uri="{FF2B5EF4-FFF2-40B4-BE49-F238E27FC236}">
                <a16:creationId xmlns:a16="http://schemas.microsoft.com/office/drawing/2014/main" id="{A5D4E359-BE6D-C984-03C9-4FAA2AE54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8780" name="Text Box 12">
            <a:extLst>
              <a:ext uri="{FF2B5EF4-FFF2-40B4-BE49-F238E27FC236}">
                <a16:creationId xmlns:a16="http://schemas.microsoft.com/office/drawing/2014/main" id="{6D18B59B-DA67-56A8-6077-B97930344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8781" name="Text Box 13">
            <a:extLst>
              <a:ext uri="{FF2B5EF4-FFF2-40B4-BE49-F238E27FC236}">
                <a16:creationId xmlns:a16="http://schemas.microsoft.com/office/drawing/2014/main" id="{59066E83-68D5-B110-0D61-0CD5A037C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8782" name="Text Box 14">
            <a:extLst>
              <a:ext uri="{FF2B5EF4-FFF2-40B4-BE49-F238E27FC236}">
                <a16:creationId xmlns:a16="http://schemas.microsoft.com/office/drawing/2014/main" id="{A7286E39-E2EC-A176-CDD1-D9417F961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88783" name="Text Box 15">
            <a:extLst>
              <a:ext uri="{FF2B5EF4-FFF2-40B4-BE49-F238E27FC236}">
                <a16:creationId xmlns:a16="http://schemas.microsoft.com/office/drawing/2014/main" id="{13F7603F-C265-4A75-06B4-DC1DEF2C6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88784" name="Text Box 16">
            <a:extLst>
              <a:ext uri="{FF2B5EF4-FFF2-40B4-BE49-F238E27FC236}">
                <a16:creationId xmlns:a16="http://schemas.microsoft.com/office/drawing/2014/main" id="{92279AD1-18F0-2D1F-0155-84E269EE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8785" name="Text Box 17">
            <a:extLst>
              <a:ext uri="{FF2B5EF4-FFF2-40B4-BE49-F238E27FC236}">
                <a16:creationId xmlns:a16="http://schemas.microsoft.com/office/drawing/2014/main" id="{C3DC5D1B-186C-54A3-0F96-88FB75366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8786" name="Group 18">
            <a:extLst>
              <a:ext uri="{FF2B5EF4-FFF2-40B4-BE49-F238E27FC236}">
                <a16:creationId xmlns:a16="http://schemas.microsoft.com/office/drawing/2014/main" id="{6EB27826-F591-1452-3721-4B00EBA7176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88787" name="Line 19">
              <a:extLst>
                <a:ext uri="{FF2B5EF4-FFF2-40B4-BE49-F238E27FC236}">
                  <a16:creationId xmlns:a16="http://schemas.microsoft.com/office/drawing/2014/main" id="{59B87D72-3EA4-10AD-2679-10D995303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8" name="Line 20">
              <a:extLst>
                <a:ext uri="{FF2B5EF4-FFF2-40B4-BE49-F238E27FC236}">
                  <a16:creationId xmlns:a16="http://schemas.microsoft.com/office/drawing/2014/main" id="{EE58C9E0-29FA-3250-F04B-346D90045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789" name="Line 21">
              <a:extLst>
                <a:ext uri="{FF2B5EF4-FFF2-40B4-BE49-F238E27FC236}">
                  <a16:creationId xmlns:a16="http://schemas.microsoft.com/office/drawing/2014/main" id="{4E97A580-6AF2-8D76-63B8-EB33C68D9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8790" name="Text Box 22">
            <a:extLst>
              <a:ext uri="{FF2B5EF4-FFF2-40B4-BE49-F238E27FC236}">
                <a16:creationId xmlns:a16="http://schemas.microsoft.com/office/drawing/2014/main" id="{5C68BFBA-4C2A-6740-6410-E71BAB35D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8791" name="Text Box 23">
            <a:extLst>
              <a:ext uri="{FF2B5EF4-FFF2-40B4-BE49-F238E27FC236}">
                <a16:creationId xmlns:a16="http://schemas.microsoft.com/office/drawing/2014/main" id="{FD4840F9-7798-3039-7D0C-25A16639C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88792" name="Text Box 24">
            <a:extLst>
              <a:ext uri="{FF2B5EF4-FFF2-40B4-BE49-F238E27FC236}">
                <a16:creationId xmlns:a16="http://schemas.microsoft.com/office/drawing/2014/main" id="{7AEB90D3-A5D6-B88B-EB6D-4C228A80F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3657600"/>
            <a:ext cx="1017587" cy="495300"/>
          </a:xfrm>
          <a:prstGeom prst="rect">
            <a:avLst/>
          </a:prstGeom>
          <a:noFill/>
          <a:ln w="381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Swap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7C7F7E79-78F4-FB2E-D194-286714607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89795" name="Text Box 3">
            <a:extLst>
              <a:ext uri="{FF2B5EF4-FFF2-40B4-BE49-F238E27FC236}">
                <a16:creationId xmlns:a16="http://schemas.microsoft.com/office/drawing/2014/main" id="{CEC2E556-8E02-6BE7-575E-569771289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89796" name="Text Box 4">
            <a:extLst>
              <a:ext uri="{FF2B5EF4-FFF2-40B4-BE49-F238E27FC236}">
                <a16:creationId xmlns:a16="http://schemas.microsoft.com/office/drawing/2014/main" id="{25E32065-D565-F0FF-6FB8-D28F6836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89797" name="Text Box 5">
            <a:extLst>
              <a:ext uri="{FF2B5EF4-FFF2-40B4-BE49-F238E27FC236}">
                <a16:creationId xmlns:a16="http://schemas.microsoft.com/office/drawing/2014/main" id="{458B40DC-12BA-5441-844A-B31CE6DFD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89798" name="Text Box 6">
            <a:extLst>
              <a:ext uri="{FF2B5EF4-FFF2-40B4-BE49-F238E27FC236}">
                <a16:creationId xmlns:a16="http://schemas.microsoft.com/office/drawing/2014/main" id="{B62B382A-B7D5-70B4-2624-BCCC71DD9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89799" name="Text Box 7">
            <a:extLst>
              <a:ext uri="{FF2B5EF4-FFF2-40B4-BE49-F238E27FC236}">
                <a16:creationId xmlns:a16="http://schemas.microsoft.com/office/drawing/2014/main" id="{ED9651F0-F170-EFB6-F145-2C78556F6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89800" name="Text Box 8">
            <a:extLst>
              <a:ext uri="{FF2B5EF4-FFF2-40B4-BE49-F238E27FC236}">
                <a16:creationId xmlns:a16="http://schemas.microsoft.com/office/drawing/2014/main" id="{D753FBFB-9248-A410-B8CE-F0B3A1213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89801" name="Text Box 9">
            <a:extLst>
              <a:ext uri="{FF2B5EF4-FFF2-40B4-BE49-F238E27FC236}">
                <a16:creationId xmlns:a16="http://schemas.microsoft.com/office/drawing/2014/main" id="{DCE501F0-8622-F357-0082-0ABE0D1BE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89802" name="Text Box 10">
            <a:extLst>
              <a:ext uri="{FF2B5EF4-FFF2-40B4-BE49-F238E27FC236}">
                <a16:creationId xmlns:a16="http://schemas.microsoft.com/office/drawing/2014/main" id="{C6BC958A-3407-A0AB-697A-761A78FD2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89803" name="Text Box 11">
            <a:extLst>
              <a:ext uri="{FF2B5EF4-FFF2-40B4-BE49-F238E27FC236}">
                <a16:creationId xmlns:a16="http://schemas.microsoft.com/office/drawing/2014/main" id="{5FCEE6CB-BFA9-3D40-0E67-F00AC863A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89804" name="Text Box 12">
            <a:extLst>
              <a:ext uri="{FF2B5EF4-FFF2-40B4-BE49-F238E27FC236}">
                <a16:creationId xmlns:a16="http://schemas.microsoft.com/office/drawing/2014/main" id="{FA1F199A-B67E-D3FD-811D-EF801FD78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89805" name="Text Box 13">
            <a:extLst>
              <a:ext uri="{FF2B5EF4-FFF2-40B4-BE49-F238E27FC236}">
                <a16:creationId xmlns:a16="http://schemas.microsoft.com/office/drawing/2014/main" id="{0B27DE1F-B402-7F6F-FBD7-0D183979F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89806" name="Text Box 14">
            <a:extLst>
              <a:ext uri="{FF2B5EF4-FFF2-40B4-BE49-F238E27FC236}">
                <a16:creationId xmlns:a16="http://schemas.microsoft.com/office/drawing/2014/main" id="{9B2378EF-F42B-1B14-DE02-8310CFE39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89807" name="Text Box 15">
            <a:extLst>
              <a:ext uri="{FF2B5EF4-FFF2-40B4-BE49-F238E27FC236}">
                <a16:creationId xmlns:a16="http://schemas.microsoft.com/office/drawing/2014/main" id="{4F21DB02-583A-65B5-5662-3B0E4E5FF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89808" name="Text Box 16">
            <a:extLst>
              <a:ext uri="{FF2B5EF4-FFF2-40B4-BE49-F238E27FC236}">
                <a16:creationId xmlns:a16="http://schemas.microsoft.com/office/drawing/2014/main" id="{97453AF1-6B06-6105-4340-DA4446D26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89809" name="Text Box 17">
            <a:extLst>
              <a:ext uri="{FF2B5EF4-FFF2-40B4-BE49-F238E27FC236}">
                <a16:creationId xmlns:a16="http://schemas.microsoft.com/office/drawing/2014/main" id="{C014EE0C-1853-C407-A415-9AD192C2A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89810" name="Group 18">
            <a:extLst>
              <a:ext uri="{FF2B5EF4-FFF2-40B4-BE49-F238E27FC236}">
                <a16:creationId xmlns:a16="http://schemas.microsoft.com/office/drawing/2014/main" id="{2EE9FF38-F58F-BBD6-77A3-B67037C6EFD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89811" name="Line 19">
              <a:extLst>
                <a:ext uri="{FF2B5EF4-FFF2-40B4-BE49-F238E27FC236}">
                  <a16:creationId xmlns:a16="http://schemas.microsoft.com/office/drawing/2014/main" id="{9053BA2F-7480-E737-47F9-9A2BCCC65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812" name="Line 20">
              <a:extLst>
                <a:ext uri="{FF2B5EF4-FFF2-40B4-BE49-F238E27FC236}">
                  <a16:creationId xmlns:a16="http://schemas.microsoft.com/office/drawing/2014/main" id="{3E1429F0-4A92-55B5-0429-C940AAFE5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813" name="Line 21">
              <a:extLst>
                <a:ext uri="{FF2B5EF4-FFF2-40B4-BE49-F238E27FC236}">
                  <a16:creationId xmlns:a16="http://schemas.microsoft.com/office/drawing/2014/main" id="{6A6DAF99-F5C1-91CB-9A21-020BA6728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9814" name="Text Box 22">
            <a:extLst>
              <a:ext uri="{FF2B5EF4-FFF2-40B4-BE49-F238E27FC236}">
                <a16:creationId xmlns:a16="http://schemas.microsoft.com/office/drawing/2014/main" id="{252AA42F-46AD-17A7-80A4-63FFCB262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89815" name="Text Box 23">
            <a:extLst>
              <a:ext uri="{FF2B5EF4-FFF2-40B4-BE49-F238E27FC236}">
                <a16:creationId xmlns:a16="http://schemas.microsoft.com/office/drawing/2014/main" id="{AE9EC287-9CC5-0FB7-A0A9-F6A507E3E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196D409E-8437-B5F7-866E-D3FEA473C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90819" name="Text Box 3">
            <a:extLst>
              <a:ext uri="{FF2B5EF4-FFF2-40B4-BE49-F238E27FC236}">
                <a16:creationId xmlns:a16="http://schemas.microsoft.com/office/drawing/2014/main" id="{5EFE880F-1626-AECA-62A9-5985B2F3E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0820" name="Text Box 4">
            <a:extLst>
              <a:ext uri="{FF2B5EF4-FFF2-40B4-BE49-F238E27FC236}">
                <a16:creationId xmlns:a16="http://schemas.microsoft.com/office/drawing/2014/main" id="{E7A51CFE-D5CD-F11B-5FD1-C3F40EE0F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0821" name="Text Box 5">
            <a:extLst>
              <a:ext uri="{FF2B5EF4-FFF2-40B4-BE49-F238E27FC236}">
                <a16:creationId xmlns:a16="http://schemas.microsoft.com/office/drawing/2014/main" id="{ECE2233D-AADB-1D00-975D-6122D410F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0822" name="Text Box 6">
            <a:extLst>
              <a:ext uri="{FF2B5EF4-FFF2-40B4-BE49-F238E27FC236}">
                <a16:creationId xmlns:a16="http://schemas.microsoft.com/office/drawing/2014/main" id="{961178A0-FA94-F620-AD27-31877C1D7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0823" name="Text Box 7">
            <a:extLst>
              <a:ext uri="{FF2B5EF4-FFF2-40B4-BE49-F238E27FC236}">
                <a16:creationId xmlns:a16="http://schemas.microsoft.com/office/drawing/2014/main" id="{2492A894-E7CD-2C65-95B5-606F6558B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0824" name="Text Box 8">
            <a:extLst>
              <a:ext uri="{FF2B5EF4-FFF2-40B4-BE49-F238E27FC236}">
                <a16:creationId xmlns:a16="http://schemas.microsoft.com/office/drawing/2014/main" id="{7FC33F6C-9ACC-B064-D642-AAB85DC1B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0825" name="Text Box 9">
            <a:extLst>
              <a:ext uri="{FF2B5EF4-FFF2-40B4-BE49-F238E27FC236}">
                <a16:creationId xmlns:a16="http://schemas.microsoft.com/office/drawing/2014/main" id="{D1214FE3-AD33-5B70-CE88-A18CCD489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0826" name="Text Box 10">
            <a:extLst>
              <a:ext uri="{FF2B5EF4-FFF2-40B4-BE49-F238E27FC236}">
                <a16:creationId xmlns:a16="http://schemas.microsoft.com/office/drawing/2014/main" id="{9BF509B4-20BC-3556-A5B1-1F87CFA24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0827" name="Text Box 11">
            <a:extLst>
              <a:ext uri="{FF2B5EF4-FFF2-40B4-BE49-F238E27FC236}">
                <a16:creationId xmlns:a16="http://schemas.microsoft.com/office/drawing/2014/main" id="{386F1E0D-B399-C782-7536-83C5B9DE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0828" name="Text Box 12">
            <a:extLst>
              <a:ext uri="{FF2B5EF4-FFF2-40B4-BE49-F238E27FC236}">
                <a16:creationId xmlns:a16="http://schemas.microsoft.com/office/drawing/2014/main" id="{63FC60DD-421A-ACFE-5575-9ADFA483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0829" name="Text Box 13">
            <a:extLst>
              <a:ext uri="{FF2B5EF4-FFF2-40B4-BE49-F238E27FC236}">
                <a16:creationId xmlns:a16="http://schemas.microsoft.com/office/drawing/2014/main" id="{BAC20E89-22F6-ABD8-4454-749E5188D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0830" name="Text Box 14">
            <a:extLst>
              <a:ext uri="{FF2B5EF4-FFF2-40B4-BE49-F238E27FC236}">
                <a16:creationId xmlns:a16="http://schemas.microsoft.com/office/drawing/2014/main" id="{3F0BEB8B-E5AB-3FF8-20E4-47BA388BA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0831" name="Text Box 15">
            <a:extLst>
              <a:ext uri="{FF2B5EF4-FFF2-40B4-BE49-F238E27FC236}">
                <a16:creationId xmlns:a16="http://schemas.microsoft.com/office/drawing/2014/main" id="{8F05CECC-35F1-D99F-71AB-DF68EA920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90832" name="Text Box 16">
            <a:extLst>
              <a:ext uri="{FF2B5EF4-FFF2-40B4-BE49-F238E27FC236}">
                <a16:creationId xmlns:a16="http://schemas.microsoft.com/office/drawing/2014/main" id="{36A532B7-543C-5322-730E-F8594F63E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0833" name="Text Box 17">
            <a:extLst>
              <a:ext uri="{FF2B5EF4-FFF2-40B4-BE49-F238E27FC236}">
                <a16:creationId xmlns:a16="http://schemas.microsoft.com/office/drawing/2014/main" id="{4DFE06BB-1517-4EA8-6344-BC6677538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0834" name="Group 18">
            <a:extLst>
              <a:ext uri="{FF2B5EF4-FFF2-40B4-BE49-F238E27FC236}">
                <a16:creationId xmlns:a16="http://schemas.microsoft.com/office/drawing/2014/main" id="{57EB790F-6E19-1675-1CDA-3F3ED5E86F4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90835" name="Line 19">
              <a:extLst>
                <a:ext uri="{FF2B5EF4-FFF2-40B4-BE49-F238E27FC236}">
                  <a16:creationId xmlns:a16="http://schemas.microsoft.com/office/drawing/2014/main" id="{FBE1F714-43E5-9591-AB64-CD37F09D3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0836" name="Line 20">
              <a:extLst>
                <a:ext uri="{FF2B5EF4-FFF2-40B4-BE49-F238E27FC236}">
                  <a16:creationId xmlns:a16="http://schemas.microsoft.com/office/drawing/2014/main" id="{22165D78-CD06-6514-B3D2-0BACDC9FE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0837" name="Line 21">
              <a:extLst>
                <a:ext uri="{FF2B5EF4-FFF2-40B4-BE49-F238E27FC236}">
                  <a16:creationId xmlns:a16="http://schemas.microsoft.com/office/drawing/2014/main" id="{2E02FF26-565C-B4CA-AB22-581FD7538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0838" name="Text Box 22">
            <a:extLst>
              <a:ext uri="{FF2B5EF4-FFF2-40B4-BE49-F238E27FC236}">
                <a16:creationId xmlns:a16="http://schemas.microsoft.com/office/drawing/2014/main" id="{3D2A9995-6E87-AEE3-92E3-2AD564791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0839" name="Text Box 23">
            <a:extLst>
              <a:ext uri="{FF2B5EF4-FFF2-40B4-BE49-F238E27FC236}">
                <a16:creationId xmlns:a16="http://schemas.microsoft.com/office/drawing/2014/main" id="{3D2B4CCB-68DB-028A-B52D-2F972F69A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90840" name="Text Box 24">
            <a:extLst>
              <a:ext uri="{FF2B5EF4-FFF2-40B4-BE49-F238E27FC236}">
                <a16:creationId xmlns:a16="http://schemas.microsoft.com/office/drawing/2014/main" id="{8FB6D308-F9D6-2927-68FB-1E03864DA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713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50FF6F85-0F0B-CD08-B3FE-6B361C430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91843" name="Text Box 3">
            <a:extLst>
              <a:ext uri="{FF2B5EF4-FFF2-40B4-BE49-F238E27FC236}">
                <a16:creationId xmlns:a16="http://schemas.microsoft.com/office/drawing/2014/main" id="{03464D7C-2C0E-A113-1568-9C2D3189B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1844" name="Text Box 4">
            <a:extLst>
              <a:ext uri="{FF2B5EF4-FFF2-40B4-BE49-F238E27FC236}">
                <a16:creationId xmlns:a16="http://schemas.microsoft.com/office/drawing/2014/main" id="{F9350CD1-39E3-0AED-4D0F-3974DE92C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1845" name="Text Box 5">
            <a:extLst>
              <a:ext uri="{FF2B5EF4-FFF2-40B4-BE49-F238E27FC236}">
                <a16:creationId xmlns:a16="http://schemas.microsoft.com/office/drawing/2014/main" id="{8E0D9146-389E-C925-0653-D1844A581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1846" name="Text Box 6">
            <a:extLst>
              <a:ext uri="{FF2B5EF4-FFF2-40B4-BE49-F238E27FC236}">
                <a16:creationId xmlns:a16="http://schemas.microsoft.com/office/drawing/2014/main" id="{382CACC5-6D0C-AA7C-30A9-819AF73C2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1847" name="Text Box 7">
            <a:extLst>
              <a:ext uri="{FF2B5EF4-FFF2-40B4-BE49-F238E27FC236}">
                <a16:creationId xmlns:a16="http://schemas.microsoft.com/office/drawing/2014/main" id="{14419BEA-C000-EC44-4269-0407FF90E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1848" name="Text Box 8">
            <a:extLst>
              <a:ext uri="{FF2B5EF4-FFF2-40B4-BE49-F238E27FC236}">
                <a16:creationId xmlns:a16="http://schemas.microsoft.com/office/drawing/2014/main" id="{D6DC5904-2DF0-E38A-D274-533BC55D8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1849" name="Text Box 9">
            <a:extLst>
              <a:ext uri="{FF2B5EF4-FFF2-40B4-BE49-F238E27FC236}">
                <a16:creationId xmlns:a16="http://schemas.microsoft.com/office/drawing/2014/main" id="{BC83A005-8620-1236-4B8A-7E6D5BC9D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1850" name="Text Box 10">
            <a:extLst>
              <a:ext uri="{FF2B5EF4-FFF2-40B4-BE49-F238E27FC236}">
                <a16:creationId xmlns:a16="http://schemas.microsoft.com/office/drawing/2014/main" id="{5A8F8D7B-F0ED-B208-D876-791FB9119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1851" name="Text Box 11">
            <a:extLst>
              <a:ext uri="{FF2B5EF4-FFF2-40B4-BE49-F238E27FC236}">
                <a16:creationId xmlns:a16="http://schemas.microsoft.com/office/drawing/2014/main" id="{CF97BE04-4A9C-084E-0684-33BEAE53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1852" name="Text Box 12">
            <a:extLst>
              <a:ext uri="{FF2B5EF4-FFF2-40B4-BE49-F238E27FC236}">
                <a16:creationId xmlns:a16="http://schemas.microsoft.com/office/drawing/2014/main" id="{9D1700DA-6597-18F8-5942-FB83112AA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1853" name="Text Box 13">
            <a:extLst>
              <a:ext uri="{FF2B5EF4-FFF2-40B4-BE49-F238E27FC236}">
                <a16:creationId xmlns:a16="http://schemas.microsoft.com/office/drawing/2014/main" id="{D0B30AFF-7737-2594-7F54-5A7F151F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1854" name="Text Box 14">
            <a:extLst>
              <a:ext uri="{FF2B5EF4-FFF2-40B4-BE49-F238E27FC236}">
                <a16:creationId xmlns:a16="http://schemas.microsoft.com/office/drawing/2014/main" id="{B4120F55-7C8E-CF8A-7046-4EEE3FF5E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1855" name="Text Box 15">
            <a:extLst>
              <a:ext uri="{FF2B5EF4-FFF2-40B4-BE49-F238E27FC236}">
                <a16:creationId xmlns:a16="http://schemas.microsoft.com/office/drawing/2014/main" id="{62886329-F36E-6522-94B3-EEE8B2E6F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91856" name="Text Box 16">
            <a:extLst>
              <a:ext uri="{FF2B5EF4-FFF2-40B4-BE49-F238E27FC236}">
                <a16:creationId xmlns:a16="http://schemas.microsoft.com/office/drawing/2014/main" id="{B5050036-9817-AFC3-37D4-18B48C105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1857" name="Text Box 17">
            <a:extLst>
              <a:ext uri="{FF2B5EF4-FFF2-40B4-BE49-F238E27FC236}">
                <a16:creationId xmlns:a16="http://schemas.microsoft.com/office/drawing/2014/main" id="{490DB1BF-395C-41DD-E350-04C94BCD8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1858" name="Group 18">
            <a:extLst>
              <a:ext uri="{FF2B5EF4-FFF2-40B4-BE49-F238E27FC236}">
                <a16:creationId xmlns:a16="http://schemas.microsoft.com/office/drawing/2014/main" id="{7E5F0B1E-B13F-FA14-2414-0928FB4E15B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291859" name="Line 19">
              <a:extLst>
                <a:ext uri="{FF2B5EF4-FFF2-40B4-BE49-F238E27FC236}">
                  <a16:creationId xmlns:a16="http://schemas.microsoft.com/office/drawing/2014/main" id="{A0D2B565-4446-42C0-CAC6-9EC5E9CCD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860" name="Line 20">
              <a:extLst>
                <a:ext uri="{FF2B5EF4-FFF2-40B4-BE49-F238E27FC236}">
                  <a16:creationId xmlns:a16="http://schemas.microsoft.com/office/drawing/2014/main" id="{DF10C054-C196-7F3C-269F-A276C80AF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861" name="Line 21">
              <a:extLst>
                <a:ext uri="{FF2B5EF4-FFF2-40B4-BE49-F238E27FC236}">
                  <a16:creationId xmlns:a16="http://schemas.microsoft.com/office/drawing/2014/main" id="{45B15521-3CFF-A082-6A84-4634F44D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1862" name="Text Box 22">
            <a:extLst>
              <a:ext uri="{FF2B5EF4-FFF2-40B4-BE49-F238E27FC236}">
                <a16:creationId xmlns:a16="http://schemas.microsoft.com/office/drawing/2014/main" id="{9B1DEE8D-A547-76F8-29B7-E0E711242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1863" name="Text Box 23">
            <a:extLst>
              <a:ext uri="{FF2B5EF4-FFF2-40B4-BE49-F238E27FC236}">
                <a16:creationId xmlns:a16="http://schemas.microsoft.com/office/drawing/2014/main" id="{76620354-D35B-F2B2-E51B-18C742B07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AE27122B-B552-9E43-B5E4-88FB83E2F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92867" name="Text Box 3">
            <a:extLst>
              <a:ext uri="{FF2B5EF4-FFF2-40B4-BE49-F238E27FC236}">
                <a16:creationId xmlns:a16="http://schemas.microsoft.com/office/drawing/2014/main" id="{80F52389-0E57-952A-63BA-356F31A07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2868" name="Text Box 4">
            <a:extLst>
              <a:ext uri="{FF2B5EF4-FFF2-40B4-BE49-F238E27FC236}">
                <a16:creationId xmlns:a16="http://schemas.microsoft.com/office/drawing/2014/main" id="{45171838-7D1F-BA0F-39D6-A19C1EBC4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2869" name="Text Box 5">
            <a:extLst>
              <a:ext uri="{FF2B5EF4-FFF2-40B4-BE49-F238E27FC236}">
                <a16:creationId xmlns:a16="http://schemas.microsoft.com/office/drawing/2014/main" id="{0A047240-B553-14D6-1A1E-61D160292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2870" name="Text Box 6">
            <a:extLst>
              <a:ext uri="{FF2B5EF4-FFF2-40B4-BE49-F238E27FC236}">
                <a16:creationId xmlns:a16="http://schemas.microsoft.com/office/drawing/2014/main" id="{48573488-C36E-F4D6-6C2E-E52B00759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2871" name="Text Box 7">
            <a:extLst>
              <a:ext uri="{FF2B5EF4-FFF2-40B4-BE49-F238E27FC236}">
                <a16:creationId xmlns:a16="http://schemas.microsoft.com/office/drawing/2014/main" id="{ABC2DEAD-DE61-AAAA-802D-7B0842530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2872" name="Text Box 8">
            <a:extLst>
              <a:ext uri="{FF2B5EF4-FFF2-40B4-BE49-F238E27FC236}">
                <a16:creationId xmlns:a16="http://schemas.microsoft.com/office/drawing/2014/main" id="{38AF4AEE-B8A6-53CF-26F7-1165B252A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2873" name="Text Box 9">
            <a:extLst>
              <a:ext uri="{FF2B5EF4-FFF2-40B4-BE49-F238E27FC236}">
                <a16:creationId xmlns:a16="http://schemas.microsoft.com/office/drawing/2014/main" id="{C743CF05-CE45-5246-3B56-5B0661656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2874" name="Text Box 10">
            <a:extLst>
              <a:ext uri="{FF2B5EF4-FFF2-40B4-BE49-F238E27FC236}">
                <a16:creationId xmlns:a16="http://schemas.microsoft.com/office/drawing/2014/main" id="{ECEB08BC-9EE0-EEEE-1543-CD67C9BF2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2875" name="Text Box 11">
            <a:extLst>
              <a:ext uri="{FF2B5EF4-FFF2-40B4-BE49-F238E27FC236}">
                <a16:creationId xmlns:a16="http://schemas.microsoft.com/office/drawing/2014/main" id="{EFCD1C96-72ED-1088-4E30-171F98C2F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2876" name="Text Box 12">
            <a:extLst>
              <a:ext uri="{FF2B5EF4-FFF2-40B4-BE49-F238E27FC236}">
                <a16:creationId xmlns:a16="http://schemas.microsoft.com/office/drawing/2014/main" id="{DEB51CD9-6191-9648-B415-AF22FBE44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2877" name="Text Box 13">
            <a:extLst>
              <a:ext uri="{FF2B5EF4-FFF2-40B4-BE49-F238E27FC236}">
                <a16:creationId xmlns:a16="http://schemas.microsoft.com/office/drawing/2014/main" id="{331F7051-F706-FAAC-B34F-938488A46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2878" name="Text Box 14">
            <a:extLst>
              <a:ext uri="{FF2B5EF4-FFF2-40B4-BE49-F238E27FC236}">
                <a16:creationId xmlns:a16="http://schemas.microsoft.com/office/drawing/2014/main" id="{C921F55F-CCD3-1E2C-90CD-009564B37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2879" name="Text Box 15">
            <a:extLst>
              <a:ext uri="{FF2B5EF4-FFF2-40B4-BE49-F238E27FC236}">
                <a16:creationId xmlns:a16="http://schemas.microsoft.com/office/drawing/2014/main" id="{4E7AE816-1CFF-51F4-C381-41ADEDB2A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92880" name="Text Box 16">
            <a:extLst>
              <a:ext uri="{FF2B5EF4-FFF2-40B4-BE49-F238E27FC236}">
                <a16:creationId xmlns:a16="http://schemas.microsoft.com/office/drawing/2014/main" id="{F1653125-AF0A-05E9-0E20-101A26123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2881" name="Text Box 17">
            <a:extLst>
              <a:ext uri="{FF2B5EF4-FFF2-40B4-BE49-F238E27FC236}">
                <a16:creationId xmlns:a16="http://schemas.microsoft.com/office/drawing/2014/main" id="{6FBDBB3B-A5A7-A857-CF71-6F0325DBF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2882" name="Group 18">
            <a:extLst>
              <a:ext uri="{FF2B5EF4-FFF2-40B4-BE49-F238E27FC236}">
                <a16:creationId xmlns:a16="http://schemas.microsoft.com/office/drawing/2014/main" id="{2EA2E75C-DC0F-8D87-AF16-E0C712915B5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292883" name="Line 19">
              <a:extLst>
                <a:ext uri="{FF2B5EF4-FFF2-40B4-BE49-F238E27FC236}">
                  <a16:creationId xmlns:a16="http://schemas.microsoft.com/office/drawing/2014/main" id="{8A68D79C-A06D-144E-5171-BB9CE473F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4" name="Line 20">
              <a:extLst>
                <a:ext uri="{FF2B5EF4-FFF2-40B4-BE49-F238E27FC236}">
                  <a16:creationId xmlns:a16="http://schemas.microsoft.com/office/drawing/2014/main" id="{0318AEE6-ADF5-A0DF-231C-330303B64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85" name="Line 21">
              <a:extLst>
                <a:ext uri="{FF2B5EF4-FFF2-40B4-BE49-F238E27FC236}">
                  <a16:creationId xmlns:a16="http://schemas.microsoft.com/office/drawing/2014/main" id="{CA55872B-C68B-AC9F-E0B6-9C2D06CF4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2886" name="Text Box 22">
            <a:extLst>
              <a:ext uri="{FF2B5EF4-FFF2-40B4-BE49-F238E27FC236}">
                <a16:creationId xmlns:a16="http://schemas.microsoft.com/office/drawing/2014/main" id="{753F7A87-0B5E-61C1-57B8-99336674E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2887" name="Text Box 23">
            <a:extLst>
              <a:ext uri="{FF2B5EF4-FFF2-40B4-BE49-F238E27FC236}">
                <a16:creationId xmlns:a16="http://schemas.microsoft.com/office/drawing/2014/main" id="{4808545D-5442-5FD4-06AA-0E00EC4D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92888" name="Text Box 24">
            <a:extLst>
              <a:ext uri="{FF2B5EF4-FFF2-40B4-BE49-F238E27FC236}">
                <a16:creationId xmlns:a16="http://schemas.microsoft.com/office/drawing/2014/main" id="{5F82BF7E-56AA-0DEB-E409-8346E76CA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0BC7772B-D487-6B5C-3561-F095A268D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93891" name="Text Box 3">
            <a:extLst>
              <a:ext uri="{FF2B5EF4-FFF2-40B4-BE49-F238E27FC236}">
                <a16:creationId xmlns:a16="http://schemas.microsoft.com/office/drawing/2014/main" id="{93556B9C-7B20-167E-FB2C-DF34789F1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3892" name="Text Box 4">
            <a:extLst>
              <a:ext uri="{FF2B5EF4-FFF2-40B4-BE49-F238E27FC236}">
                <a16:creationId xmlns:a16="http://schemas.microsoft.com/office/drawing/2014/main" id="{4DD49DAE-CECB-6C0D-D128-0DA02904F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3893" name="Text Box 5">
            <a:extLst>
              <a:ext uri="{FF2B5EF4-FFF2-40B4-BE49-F238E27FC236}">
                <a16:creationId xmlns:a16="http://schemas.microsoft.com/office/drawing/2014/main" id="{598A1603-4A9D-3887-7B2C-8040DA89D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3894" name="Text Box 6">
            <a:extLst>
              <a:ext uri="{FF2B5EF4-FFF2-40B4-BE49-F238E27FC236}">
                <a16:creationId xmlns:a16="http://schemas.microsoft.com/office/drawing/2014/main" id="{B4FF099F-1CCC-D75F-6295-38D71F463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3895" name="Text Box 7">
            <a:extLst>
              <a:ext uri="{FF2B5EF4-FFF2-40B4-BE49-F238E27FC236}">
                <a16:creationId xmlns:a16="http://schemas.microsoft.com/office/drawing/2014/main" id="{816C8D7D-B324-2D2C-0A8C-D0AC3D110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3896" name="Text Box 8">
            <a:extLst>
              <a:ext uri="{FF2B5EF4-FFF2-40B4-BE49-F238E27FC236}">
                <a16:creationId xmlns:a16="http://schemas.microsoft.com/office/drawing/2014/main" id="{661DC569-61E1-5625-EF05-2662A89B2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3897" name="Text Box 9">
            <a:extLst>
              <a:ext uri="{FF2B5EF4-FFF2-40B4-BE49-F238E27FC236}">
                <a16:creationId xmlns:a16="http://schemas.microsoft.com/office/drawing/2014/main" id="{6F9FDC59-BD76-523B-E2DD-28FA6BB4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3898" name="Text Box 10">
            <a:extLst>
              <a:ext uri="{FF2B5EF4-FFF2-40B4-BE49-F238E27FC236}">
                <a16:creationId xmlns:a16="http://schemas.microsoft.com/office/drawing/2014/main" id="{F7F29D36-E82A-4C1B-04BD-CDCF3E6DF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3899" name="Text Box 11">
            <a:extLst>
              <a:ext uri="{FF2B5EF4-FFF2-40B4-BE49-F238E27FC236}">
                <a16:creationId xmlns:a16="http://schemas.microsoft.com/office/drawing/2014/main" id="{FEA4270A-C8F6-3F25-A67F-2F601BDE3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3900" name="Text Box 12">
            <a:extLst>
              <a:ext uri="{FF2B5EF4-FFF2-40B4-BE49-F238E27FC236}">
                <a16:creationId xmlns:a16="http://schemas.microsoft.com/office/drawing/2014/main" id="{EFAAF1B0-4747-EC65-8B50-B3CACD702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3901" name="Text Box 13">
            <a:extLst>
              <a:ext uri="{FF2B5EF4-FFF2-40B4-BE49-F238E27FC236}">
                <a16:creationId xmlns:a16="http://schemas.microsoft.com/office/drawing/2014/main" id="{36D5362F-E87A-3F0A-B4CC-F5D26FAD0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3902" name="Text Box 14">
            <a:extLst>
              <a:ext uri="{FF2B5EF4-FFF2-40B4-BE49-F238E27FC236}">
                <a16:creationId xmlns:a16="http://schemas.microsoft.com/office/drawing/2014/main" id="{EE56481D-94A8-2B70-F500-782E77367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3903" name="Text Box 15">
            <a:extLst>
              <a:ext uri="{FF2B5EF4-FFF2-40B4-BE49-F238E27FC236}">
                <a16:creationId xmlns:a16="http://schemas.microsoft.com/office/drawing/2014/main" id="{4373762C-3B9A-C546-4CD1-E1D4740E4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3904" name="Text Box 16">
            <a:extLst>
              <a:ext uri="{FF2B5EF4-FFF2-40B4-BE49-F238E27FC236}">
                <a16:creationId xmlns:a16="http://schemas.microsoft.com/office/drawing/2014/main" id="{6D69AA66-8C2E-F728-0892-8AFF7777B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3905" name="Text Box 17">
            <a:extLst>
              <a:ext uri="{FF2B5EF4-FFF2-40B4-BE49-F238E27FC236}">
                <a16:creationId xmlns:a16="http://schemas.microsoft.com/office/drawing/2014/main" id="{6C5303BA-7454-1918-C362-FFB332793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3906" name="Group 18">
            <a:extLst>
              <a:ext uri="{FF2B5EF4-FFF2-40B4-BE49-F238E27FC236}">
                <a16:creationId xmlns:a16="http://schemas.microsoft.com/office/drawing/2014/main" id="{5F09ADD2-5125-961E-5854-398FED85D11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93907" name="Line 19">
              <a:extLst>
                <a:ext uri="{FF2B5EF4-FFF2-40B4-BE49-F238E27FC236}">
                  <a16:creationId xmlns:a16="http://schemas.microsoft.com/office/drawing/2014/main" id="{6A391D41-2AA3-043E-6B2E-415F79385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8" name="Line 20">
              <a:extLst>
                <a:ext uri="{FF2B5EF4-FFF2-40B4-BE49-F238E27FC236}">
                  <a16:creationId xmlns:a16="http://schemas.microsoft.com/office/drawing/2014/main" id="{1EADD982-989D-0434-D76D-A93EB6495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909" name="Line 21">
              <a:extLst>
                <a:ext uri="{FF2B5EF4-FFF2-40B4-BE49-F238E27FC236}">
                  <a16:creationId xmlns:a16="http://schemas.microsoft.com/office/drawing/2014/main" id="{DF70DDEF-4740-55B3-454C-34F7BB231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3910" name="Text Box 22">
            <a:extLst>
              <a:ext uri="{FF2B5EF4-FFF2-40B4-BE49-F238E27FC236}">
                <a16:creationId xmlns:a16="http://schemas.microsoft.com/office/drawing/2014/main" id="{5CF0E509-8F10-C0FE-330B-0CB5EFA4A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3911" name="Text Box 23">
            <a:extLst>
              <a:ext uri="{FF2B5EF4-FFF2-40B4-BE49-F238E27FC236}">
                <a16:creationId xmlns:a16="http://schemas.microsoft.com/office/drawing/2014/main" id="{8EB12BF3-14EA-25D6-4D63-FA7490E35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7EC10554-9B12-F7DE-E3EE-036815BAF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Fourth “Bubble Up”</a:t>
            </a:r>
          </a:p>
        </p:txBody>
      </p:sp>
      <p:sp>
        <p:nvSpPr>
          <p:cNvPr id="294915" name="Text Box 3">
            <a:extLst>
              <a:ext uri="{FF2B5EF4-FFF2-40B4-BE49-F238E27FC236}">
                <a16:creationId xmlns:a16="http://schemas.microsoft.com/office/drawing/2014/main" id="{88BBB544-30DF-5FFC-4B19-0F1A60F2B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4916" name="Text Box 4">
            <a:extLst>
              <a:ext uri="{FF2B5EF4-FFF2-40B4-BE49-F238E27FC236}">
                <a16:creationId xmlns:a16="http://schemas.microsoft.com/office/drawing/2014/main" id="{FCEEDD88-974F-7140-6ECA-0F4D7FC4C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4917" name="Text Box 5">
            <a:extLst>
              <a:ext uri="{FF2B5EF4-FFF2-40B4-BE49-F238E27FC236}">
                <a16:creationId xmlns:a16="http://schemas.microsoft.com/office/drawing/2014/main" id="{5DE53079-9D6B-A04D-F39E-E9CEC901F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4918" name="Text Box 6">
            <a:extLst>
              <a:ext uri="{FF2B5EF4-FFF2-40B4-BE49-F238E27FC236}">
                <a16:creationId xmlns:a16="http://schemas.microsoft.com/office/drawing/2014/main" id="{8854F51E-0BDC-D2F4-CB80-2B5216B83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4919" name="Text Box 7">
            <a:extLst>
              <a:ext uri="{FF2B5EF4-FFF2-40B4-BE49-F238E27FC236}">
                <a16:creationId xmlns:a16="http://schemas.microsoft.com/office/drawing/2014/main" id="{A9F24678-8A1E-05CF-4867-B22AA21E0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4920" name="Text Box 8">
            <a:extLst>
              <a:ext uri="{FF2B5EF4-FFF2-40B4-BE49-F238E27FC236}">
                <a16:creationId xmlns:a16="http://schemas.microsoft.com/office/drawing/2014/main" id="{7DA1CDCD-A116-2F84-343A-7D7C75D32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4921" name="Text Box 9">
            <a:extLst>
              <a:ext uri="{FF2B5EF4-FFF2-40B4-BE49-F238E27FC236}">
                <a16:creationId xmlns:a16="http://schemas.microsoft.com/office/drawing/2014/main" id="{C9C1420F-0BF0-3B6E-3A7E-2DCACB6EE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4922" name="Text Box 10">
            <a:extLst>
              <a:ext uri="{FF2B5EF4-FFF2-40B4-BE49-F238E27FC236}">
                <a16:creationId xmlns:a16="http://schemas.microsoft.com/office/drawing/2014/main" id="{FF7E3984-40F7-12F1-B3C6-230F8F421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4923" name="Text Box 11">
            <a:extLst>
              <a:ext uri="{FF2B5EF4-FFF2-40B4-BE49-F238E27FC236}">
                <a16:creationId xmlns:a16="http://schemas.microsoft.com/office/drawing/2014/main" id="{F1E9A052-9228-DB07-6A48-4F6724211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4924" name="Text Box 12">
            <a:extLst>
              <a:ext uri="{FF2B5EF4-FFF2-40B4-BE49-F238E27FC236}">
                <a16:creationId xmlns:a16="http://schemas.microsoft.com/office/drawing/2014/main" id="{CC2EFCF7-11BD-935B-CEB2-2DC841064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4925" name="Text Box 13">
            <a:extLst>
              <a:ext uri="{FF2B5EF4-FFF2-40B4-BE49-F238E27FC236}">
                <a16:creationId xmlns:a16="http://schemas.microsoft.com/office/drawing/2014/main" id="{49BE7FDD-0098-3889-49E0-E1A7498E1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4926" name="Text Box 14">
            <a:extLst>
              <a:ext uri="{FF2B5EF4-FFF2-40B4-BE49-F238E27FC236}">
                <a16:creationId xmlns:a16="http://schemas.microsoft.com/office/drawing/2014/main" id="{586C3B94-4B3E-06CE-4B95-4367C9933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4927" name="Text Box 15">
            <a:extLst>
              <a:ext uri="{FF2B5EF4-FFF2-40B4-BE49-F238E27FC236}">
                <a16:creationId xmlns:a16="http://schemas.microsoft.com/office/drawing/2014/main" id="{BADAE89A-98B4-D474-67D1-1646EC994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4928" name="Text Box 16">
            <a:extLst>
              <a:ext uri="{FF2B5EF4-FFF2-40B4-BE49-F238E27FC236}">
                <a16:creationId xmlns:a16="http://schemas.microsoft.com/office/drawing/2014/main" id="{81D7957F-F3C8-FA7A-1FB0-1BCEF40C9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4929" name="Text Box 17">
            <a:extLst>
              <a:ext uri="{FF2B5EF4-FFF2-40B4-BE49-F238E27FC236}">
                <a16:creationId xmlns:a16="http://schemas.microsoft.com/office/drawing/2014/main" id="{570BBB40-7D92-5A97-853D-4D07720E1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4930" name="Group 18">
            <a:extLst>
              <a:ext uri="{FF2B5EF4-FFF2-40B4-BE49-F238E27FC236}">
                <a16:creationId xmlns:a16="http://schemas.microsoft.com/office/drawing/2014/main" id="{15872B76-F684-3AFC-76E3-B4433BF5D1F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14775" y="4152900"/>
            <a:ext cx="590550" cy="446088"/>
            <a:chOff x="1760" y="2424"/>
            <a:chExt cx="372" cy="502"/>
          </a:xfrm>
        </p:grpSpPr>
        <p:sp>
          <p:nvSpPr>
            <p:cNvPr id="294931" name="Line 19">
              <a:extLst>
                <a:ext uri="{FF2B5EF4-FFF2-40B4-BE49-F238E27FC236}">
                  <a16:creationId xmlns:a16="http://schemas.microsoft.com/office/drawing/2014/main" id="{090BEDE0-F653-ED6F-81FA-1E8169A82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932" name="Line 20">
              <a:extLst>
                <a:ext uri="{FF2B5EF4-FFF2-40B4-BE49-F238E27FC236}">
                  <a16:creationId xmlns:a16="http://schemas.microsoft.com/office/drawing/2014/main" id="{15E7CA45-024E-29ED-501F-872AADAD0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933" name="Line 21">
              <a:extLst>
                <a:ext uri="{FF2B5EF4-FFF2-40B4-BE49-F238E27FC236}">
                  <a16:creationId xmlns:a16="http://schemas.microsoft.com/office/drawing/2014/main" id="{ED94FF6E-7EBA-11CF-EA08-C4A2F9A61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4934" name="Text Box 22">
            <a:extLst>
              <a:ext uri="{FF2B5EF4-FFF2-40B4-BE49-F238E27FC236}">
                <a16:creationId xmlns:a16="http://schemas.microsoft.com/office/drawing/2014/main" id="{1B790C5D-CB89-77C7-FCF4-D2B552B6E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4935" name="Text Box 23">
            <a:extLst>
              <a:ext uri="{FF2B5EF4-FFF2-40B4-BE49-F238E27FC236}">
                <a16:creationId xmlns:a16="http://schemas.microsoft.com/office/drawing/2014/main" id="{5EE22B71-77D2-6B79-4647-80FE788E7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94936" name="Text Box 24">
            <a:extLst>
              <a:ext uri="{FF2B5EF4-FFF2-40B4-BE49-F238E27FC236}">
                <a16:creationId xmlns:a16="http://schemas.microsoft.com/office/drawing/2014/main" id="{AC9F388A-4E63-DCDD-762E-9596300EC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463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1A152908-657C-7D11-B505-CFD0BD9A2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Fourth Pass of Outer Loop</a:t>
            </a:r>
          </a:p>
        </p:txBody>
      </p:sp>
      <p:sp>
        <p:nvSpPr>
          <p:cNvPr id="295939" name="Text Box 3">
            <a:extLst>
              <a:ext uri="{FF2B5EF4-FFF2-40B4-BE49-F238E27FC236}">
                <a16:creationId xmlns:a16="http://schemas.microsoft.com/office/drawing/2014/main" id="{1FD1708C-99E0-71FF-C51B-A89AFEBBA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5940" name="Text Box 4">
            <a:extLst>
              <a:ext uri="{FF2B5EF4-FFF2-40B4-BE49-F238E27FC236}">
                <a16:creationId xmlns:a16="http://schemas.microsoft.com/office/drawing/2014/main" id="{AB73E487-C787-8F52-0ADB-A8625B259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5941" name="Text Box 5">
            <a:extLst>
              <a:ext uri="{FF2B5EF4-FFF2-40B4-BE49-F238E27FC236}">
                <a16:creationId xmlns:a16="http://schemas.microsoft.com/office/drawing/2014/main" id="{3C5BC367-F127-D59F-36D7-2E89F7BFB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5942" name="Text Box 6">
            <a:extLst>
              <a:ext uri="{FF2B5EF4-FFF2-40B4-BE49-F238E27FC236}">
                <a16:creationId xmlns:a16="http://schemas.microsoft.com/office/drawing/2014/main" id="{10F4B894-1EA4-7288-35B4-13B0C05AF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5943" name="Text Box 7">
            <a:extLst>
              <a:ext uri="{FF2B5EF4-FFF2-40B4-BE49-F238E27FC236}">
                <a16:creationId xmlns:a16="http://schemas.microsoft.com/office/drawing/2014/main" id="{083B0D92-9EBE-6FA1-A731-1870E5F88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5944" name="Text Box 8">
            <a:extLst>
              <a:ext uri="{FF2B5EF4-FFF2-40B4-BE49-F238E27FC236}">
                <a16:creationId xmlns:a16="http://schemas.microsoft.com/office/drawing/2014/main" id="{4E833C06-4E95-D5E6-74EA-0F25ACAEB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5945" name="Text Box 9">
            <a:extLst>
              <a:ext uri="{FF2B5EF4-FFF2-40B4-BE49-F238E27FC236}">
                <a16:creationId xmlns:a16="http://schemas.microsoft.com/office/drawing/2014/main" id="{6D0D7A83-E48B-726E-6F0A-6A8D019BA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5946" name="Text Box 10">
            <a:extLst>
              <a:ext uri="{FF2B5EF4-FFF2-40B4-BE49-F238E27FC236}">
                <a16:creationId xmlns:a16="http://schemas.microsoft.com/office/drawing/2014/main" id="{0EF9DC2C-D6F6-B3F7-0453-58033953C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5947" name="Text Box 11">
            <a:extLst>
              <a:ext uri="{FF2B5EF4-FFF2-40B4-BE49-F238E27FC236}">
                <a16:creationId xmlns:a16="http://schemas.microsoft.com/office/drawing/2014/main" id="{768D54E7-A3E1-B7E2-65A1-D26ADB210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5948" name="Text Box 12">
            <a:extLst>
              <a:ext uri="{FF2B5EF4-FFF2-40B4-BE49-F238E27FC236}">
                <a16:creationId xmlns:a16="http://schemas.microsoft.com/office/drawing/2014/main" id="{E5D80CFF-DD69-A5E9-77A9-065F95A44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5949" name="Text Box 13">
            <a:extLst>
              <a:ext uri="{FF2B5EF4-FFF2-40B4-BE49-F238E27FC236}">
                <a16:creationId xmlns:a16="http://schemas.microsoft.com/office/drawing/2014/main" id="{34287C61-FD11-DDB6-D04E-A60498E6B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5950" name="Text Box 14">
            <a:extLst>
              <a:ext uri="{FF2B5EF4-FFF2-40B4-BE49-F238E27FC236}">
                <a16:creationId xmlns:a16="http://schemas.microsoft.com/office/drawing/2014/main" id="{8A01A312-3862-7543-4D55-6714C382E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95951" name="Text Box 15">
            <a:extLst>
              <a:ext uri="{FF2B5EF4-FFF2-40B4-BE49-F238E27FC236}">
                <a16:creationId xmlns:a16="http://schemas.microsoft.com/office/drawing/2014/main" id="{19CDCB0B-19A1-FA88-3D43-D062D0EDA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95952" name="Text Box 16">
            <a:extLst>
              <a:ext uri="{FF2B5EF4-FFF2-40B4-BE49-F238E27FC236}">
                <a16:creationId xmlns:a16="http://schemas.microsoft.com/office/drawing/2014/main" id="{CB42FB53-A536-E39A-BA99-586FCDE86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5953" name="Text Box 17">
            <a:extLst>
              <a:ext uri="{FF2B5EF4-FFF2-40B4-BE49-F238E27FC236}">
                <a16:creationId xmlns:a16="http://schemas.microsoft.com/office/drawing/2014/main" id="{B5DF0234-9398-6EEA-01B6-2A8EC29A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5954" name="Group 18">
            <a:extLst>
              <a:ext uri="{FF2B5EF4-FFF2-40B4-BE49-F238E27FC236}">
                <a16:creationId xmlns:a16="http://schemas.microsoft.com/office/drawing/2014/main" id="{27A97C52-4C5D-41E0-E88D-AB067AB336D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492625" y="4152900"/>
            <a:ext cx="590550" cy="446088"/>
            <a:chOff x="1760" y="2424"/>
            <a:chExt cx="372" cy="502"/>
          </a:xfrm>
        </p:grpSpPr>
        <p:sp>
          <p:nvSpPr>
            <p:cNvPr id="295955" name="Line 19">
              <a:extLst>
                <a:ext uri="{FF2B5EF4-FFF2-40B4-BE49-F238E27FC236}">
                  <a16:creationId xmlns:a16="http://schemas.microsoft.com/office/drawing/2014/main" id="{A52655C3-26AA-0CED-D7B5-9EDA80F40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56" name="Line 20">
              <a:extLst>
                <a:ext uri="{FF2B5EF4-FFF2-40B4-BE49-F238E27FC236}">
                  <a16:creationId xmlns:a16="http://schemas.microsoft.com/office/drawing/2014/main" id="{CBBCA144-BDCC-8758-0B06-85ED0407D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5957" name="Line 21">
              <a:extLst>
                <a:ext uri="{FF2B5EF4-FFF2-40B4-BE49-F238E27FC236}">
                  <a16:creationId xmlns:a16="http://schemas.microsoft.com/office/drawing/2014/main" id="{C6ED8DF0-65B4-07AE-A309-C03E21A35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5958" name="Text Box 22">
            <a:extLst>
              <a:ext uri="{FF2B5EF4-FFF2-40B4-BE49-F238E27FC236}">
                <a16:creationId xmlns:a16="http://schemas.microsoft.com/office/drawing/2014/main" id="{0B9612EE-12B0-9E3C-A9B9-21ADE2541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5959" name="Text Box 23">
            <a:extLst>
              <a:ext uri="{FF2B5EF4-FFF2-40B4-BE49-F238E27FC236}">
                <a16:creationId xmlns:a16="http://schemas.microsoft.com/office/drawing/2014/main" id="{F1162AC4-A32D-EBF9-9F2B-E2A7E21BA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295961" name="Text Box 25">
            <a:extLst>
              <a:ext uri="{FF2B5EF4-FFF2-40B4-BE49-F238E27FC236}">
                <a16:creationId xmlns:a16="http://schemas.microsoft.com/office/drawing/2014/main" id="{F13F849F-8141-062D-16A0-8E7F260B2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310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Finished fourth “Bubble Up”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4B5E4F28-82DF-C405-6C79-FDAF8803F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Fifth “Bubble Up”</a:t>
            </a:r>
          </a:p>
        </p:txBody>
      </p:sp>
      <p:sp>
        <p:nvSpPr>
          <p:cNvPr id="296963" name="Text Box 3">
            <a:extLst>
              <a:ext uri="{FF2B5EF4-FFF2-40B4-BE49-F238E27FC236}">
                <a16:creationId xmlns:a16="http://schemas.microsoft.com/office/drawing/2014/main" id="{6E1C92C3-7D33-C77D-110E-C52174496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6964" name="Text Box 4">
            <a:extLst>
              <a:ext uri="{FF2B5EF4-FFF2-40B4-BE49-F238E27FC236}">
                <a16:creationId xmlns:a16="http://schemas.microsoft.com/office/drawing/2014/main" id="{9A2296C4-F375-6124-BAF5-47A0D66EB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6965" name="Text Box 5">
            <a:extLst>
              <a:ext uri="{FF2B5EF4-FFF2-40B4-BE49-F238E27FC236}">
                <a16:creationId xmlns:a16="http://schemas.microsoft.com/office/drawing/2014/main" id="{C03D524A-DD4F-44E9-553C-556D69A8E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6966" name="Text Box 6">
            <a:extLst>
              <a:ext uri="{FF2B5EF4-FFF2-40B4-BE49-F238E27FC236}">
                <a16:creationId xmlns:a16="http://schemas.microsoft.com/office/drawing/2014/main" id="{A5DFDC14-F239-54C4-9523-AC69A14E1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6967" name="Text Box 7">
            <a:extLst>
              <a:ext uri="{FF2B5EF4-FFF2-40B4-BE49-F238E27FC236}">
                <a16:creationId xmlns:a16="http://schemas.microsoft.com/office/drawing/2014/main" id="{DCA76537-2DB7-23A1-86D2-B2AB183A8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6968" name="Text Box 8">
            <a:extLst>
              <a:ext uri="{FF2B5EF4-FFF2-40B4-BE49-F238E27FC236}">
                <a16:creationId xmlns:a16="http://schemas.microsoft.com/office/drawing/2014/main" id="{A941C592-0859-1AAA-B448-ACBF67A4E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6969" name="Text Box 9">
            <a:extLst>
              <a:ext uri="{FF2B5EF4-FFF2-40B4-BE49-F238E27FC236}">
                <a16:creationId xmlns:a16="http://schemas.microsoft.com/office/drawing/2014/main" id="{9E486DCF-07E8-CFBA-A54F-7865A4217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6970" name="Text Box 10">
            <a:extLst>
              <a:ext uri="{FF2B5EF4-FFF2-40B4-BE49-F238E27FC236}">
                <a16:creationId xmlns:a16="http://schemas.microsoft.com/office/drawing/2014/main" id="{E4D19539-B917-38A8-36F2-D926410CE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6971" name="Text Box 11">
            <a:extLst>
              <a:ext uri="{FF2B5EF4-FFF2-40B4-BE49-F238E27FC236}">
                <a16:creationId xmlns:a16="http://schemas.microsoft.com/office/drawing/2014/main" id="{7C1C254B-D05C-D5B1-5EB1-0AD58A2CF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6972" name="Text Box 12">
            <a:extLst>
              <a:ext uri="{FF2B5EF4-FFF2-40B4-BE49-F238E27FC236}">
                <a16:creationId xmlns:a16="http://schemas.microsoft.com/office/drawing/2014/main" id="{75AA4712-24AC-74F1-49F3-7AC013410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6973" name="Text Box 13">
            <a:extLst>
              <a:ext uri="{FF2B5EF4-FFF2-40B4-BE49-F238E27FC236}">
                <a16:creationId xmlns:a16="http://schemas.microsoft.com/office/drawing/2014/main" id="{69D67050-F0D6-761C-FF93-7E58EC7D2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6974" name="Text Box 14">
            <a:extLst>
              <a:ext uri="{FF2B5EF4-FFF2-40B4-BE49-F238E27FC236}">
                <a16:creationId xmlns:a16="http://schemas.microsoft.com/office/drawing/2014/main" id="{D6C07D38-69B6-EC8D-BF27-449DBCFB2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96975" name="Text Box 15">
            <a:extLst>
              <a:ext uri="{FF2B5EF4-FFF2-40B4-BE49-F238E27FC236}">
                <a16:creationId xmlns:a16="http://schemas.microsoft.com/office/drawing/2014/main" id="{623F6089-62F6-1A6B-FE1D-A0B7BA944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96976" name="Text Box 16">
            <a:extLst>
              <a:ext uri="{FF2B5EF4-FFF2-40B4-BE49-F238E27FC236}">
                <a16:creationId xmlns:a16="http://schemas.microsoft.com/office/drawing/2014/main" id="{CAD16E4E-0E53-DA1D-B468-2E3FA0EE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6977" name="Text Box 17">
            <a:extLst>
              <a:ext uri="{FF2B5EF4-FFF2-40B4-BE49-F238E27FC236}">
                <a16:creationId xmlns:a16="http://schemas.microsoft.com/office/drawing/2014/main" id="{43268965-24EE-A230-0740-BA2F21532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6978" name="Group 18">
            <a:extLst>
              <a:ext uri="{FF2B5EF4-FFF2-40B4-BE49-F238E27FC236}">
                <a16:creationId xmlns:a16="http://schemas.microsoft.com/office/drawing/2014/main" id="{913CE232-F27C-B5E1-5670-7B784E18328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96979" name="Line 19">
              <a:extLst>
                <a:ext uri="{FF2B5EF4-FFF2-40B4-BE49-F238E27FC236}">
                  <a16:creationId xmlns:a16="http://schemas.microsoft.com/office/drawing/2014/main" id="{4F2AF0F3-D8E0-E832-17DC-302B38E97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980" name="Line 20">
              <a:extLst>
                <a:ext uri="{FF2B5EF4-FFF2-40B4-BE49-F238E27FC236}">
                  <a16:creationId xmlns:a16="http://schemas.microsoft.com/office/drawing/2014/main" id="{822B9481-3FDD-F8BD-2984-B35D219AB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981" name="Line 21">
              <a:extLst>
                <a:ext uri="{FF2B5EF4-FFF2-40B4-BE49-F238E27FC236}">
                  <a16:creationId xmlns:a16="http://schemas.microsoft.com/office/drawing/2014/main" id="{0062C6B4-1589-87B2-ABD2-F844C7BB1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6982" name="Text Box 22">
            <a:extLst>
              <a:ext uri="{FF2B5EF4-FFF2-40B4-BE49-F238E27FC236}">
                <a16:creationId xmlns:a16="http://schemas.microsoft.com/office/drawing/2014/main" id="{5D3B51AB-DCB8-16CB-9924-9A764DDC7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6983" name="Text Box 23">
            <a:extLst>
              <a:ext uri="{FF2B5EF4-FFF2-40B4-BE49-F238E27FC236}">
                <a16:creationId xmlns:a16="http://schemas.microsoft.com/office/drawing/2014/main" id="{E58E53D9-248A-B210-5C24-297E58756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59AFBA7E-62BE-8379-2BB0-098C4280A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Fifth “Bubble Up”</a:t>
            </a: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54F3E436-67E7-DD64-9E1C-5E18751E7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7988" name="Text Box 4">
            <a:extLst>
              <a:ext uri="{FF2B5EF4-FFF2-40B4-BE49-F238E27FC236}">
                <a16:creationId xmlns:a16="http://schemas.microsoft.com/office/drawing/2014/main" id="{29F79081-1E9A-A7D2-35A6-83C02CAB4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7989" name="Text Box 5">
            <a:extLst>
              <a:ext uri="{FF2B5EF4-FFF2-40B4-BE49-F238E27FC236}">
                <a16:creationId xmlns:a16="http://schemas.microsoft.com/office/drawing/2014/main" id="{90E5EF58-5327-BB36-6F8E-CDABAAE89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7990" name="Text Box 6">
            <a:extLst>
              <a:ext uri="{FF2B5EF4-FFF2-40B4-BE49-F238E27FC236}">
                <a16:creationId xmlns:a16="http://schemas.microsoft.com/office/drawing/2014/main" id="{A0CDE2D4-B126-6C65-D944-1C589B570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7991" name="Text Box 7">
            <a:extLst>
              <a:ext uri="{FF2B5EF4-FFF2-40B4-BE49-F238E27FC236}">
                <a16:creationId xmlns:a16="http://schemas.microsoft.com/office/drawing/2014/main" id="{57D73D1D-FBF0-5C4E-9EDE-A3F61058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7992" name="Text Box 8">
            <a:extLst>
              <a:ext uri="{FF2B5EF4-FFF2-40B4-BE49-F238E27FC236}">
                <a16:creationId xmlns:a16="http://schemas.microsoft.com/office/drawing/2014/main" id="{7A9668FE-00A1-DFB5-1875-51B6B4C6D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7993" name="Text Box 9">
            <a:extLst>
              <a:ext uri="{FF2B5EF4-FFF2-40B4-BE49-F238E27FC236}">
                <a16:creationId xmlns:a16="http://schemas.microsoft.com/office/drawing/2014/main" id="{F9C6CE78-F03F-0BE8-D9DE-ADEB46B23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7994" name="Text Box 10">
            <a:extLst>
              <a:ext uri="{FF2B5EF4-FFF2-40B4-BE49-F238E27FC236}">
                <a16:creationId xmlns:a16="http://schemas.microsoft.com/office/drawing/2014/main" id="{3B5646E0-3A87-024E-2B72-985D02A5E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7995" name="Text Box 11">
            <a:extLst>
              <a:ext uri="{FF2B5EF4-FFF2-40B4-BE49-F238E27FC236}">
                <a16:creationId xmlns:a16="http://schemas.microsoft.com/office/drawing/2014/main" id="{1B20B419-1DB4-3273-C358-7C2FD7482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7996" name="Text Box 12">
            <a:extLst>
              <a:ext uri="{FF2B5EF4-FFF2-40B4-BE49-F238E27FC236}">
                <a16:creationId xmlns:a16="http://schemas.microsoft.com/office/drawing/2014/main" id="{7F12BC42-3A79-51AA-F7D7-DB26181AC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7997" name="Text Box 13">
            <a:extLst>
              <a:ext uri="{FF2B5EF4-FFF2-40B4-BE49-F238E27FC236}">
                <a16:creationId xmlns:a16="http://schemas.microsoft.com/office/drawing/2014/main" id="{6B8104F7-A7CD-81B2-16F5-6C1D24F87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7998" name="Text Box 14">
            <a:extLst>
              <a:ext uri="{FF2B5EF4-FFF2-40B4-BE49-F238E27FC236}">
                <a16:creationId xmlns:a16="http://schemas.microsoft.com/office/drawing/2014/main" id="{96807F24-4BA2-581F-6C39-B011F8B15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97999" name="Text Box 15">
            <a:extLst>
              <a:ext uri="{FF2B5EF4-FFF2-40B4-BE49-F238E27FC236}">
                <a16:creationId xmlns:a16="http://schemas.microsoft.com/office/drawing/2014/main" id="{391353C4-BD15-1080-1A55-7F99083E9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98000" name="Text Box 16">
            <a:extLst>
              <a:ext uri="{FF2B5EF4-FFF2-40B4-BE49-F238E27FC236}">
                <a16:creationId xmlns:a16="http://schemas.microsoft.com/office/drawing/2014/main" id="{EBBF5CBB-D34E-3544-BBCB-0980B416F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8001" name="Text Box 17">
            <a:extLst>
              <a:ext uri="{FF2B5EF4-FFF2-40B4-BE49-F238E27FC236}">
                <a16:creationId xmlns:a16="http://schemas.microsoft.com/office/drawing/2014/main" id="{945A639D-92B2-7A64-5585-639139D4F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8002" name="Group 18">
            <a:extLst>
              <a:ext uri="{FF2B5EF4-FFF2-40B4-BE49-F238E27FC236}">
                <a16:creationId xmlns:a16="http://schemas.microsoft.com/office/drawing/2014/main" id="{B0DE8669-5A59-6ABB-B4C4-34E09108B9B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143125" y="4152900"/>
            <a:ext cx="590550" cy="446088"/>
            <a:chOff x="1760" y="2424"/>
            <a:chExt cx="372" cy="502"/>
          </a:xfrm>
        </p:grpSpPr>
        <p:sp>
          <p:nvSpPr>
            <p:cNvPr id="298003" name="Line 19">
              <a:extLst>
                <a:ext uri="{FF2B5EF4-FFF2-40B4-BE49-F238E27FC236}">
                  <a16:creationId xmlns:a16="http://schemas.microsoft.com/office/drawing/2014/main" id="{72AA5359-159C-FF39-2616-DB74A81EF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8004" name="Line 20">
              <a:extLst>
                <a:ext uri="{FF2B5EF4-FFF2-40B4-BE49-F238E27FC236}">
                  <a16:creationId xmlns:a16="http://schemas.microsoft.com/office/drawing/2014/main" id="{D4CD0354-AA66-D7DE-2601-2498817CB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8005" name="Line 21">
              <a:extLst>
                <a:ext uri="{FF2B5EF4-FFF2-40B4-BE49-F238E27FC236}">
                  <a16:creationId xmlns:a16="http://schemas.microsoft.com/office/drawing/2014/main" id="{15099B53-7358-1E3F-2D90-DFBA149C8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8006" name="Text Box 22">
            <a:extLst>
              <a:ext uri="{FF2B5EF4-FFF2-40B4-BE49-F238E27FC236}">
                <a16:creationId xmlns:a16="http://schemas.microsoft.com/office/drawing/2014/main" id="{518D8A81-8B2B-DF83-143C-A497D9A9E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8007" name="Text Box 23">
            <a:extLst>
              <a:ext uri="{FF2B5EF4-FFF2-40B4-BE49-F238E27FC236}">
                <a16:creationId xmlns:a16="http://schemas.microsoft.com/office/drawing/2014/main" id="{8DED702B-FD31-AD44-FF13-22A144E44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298008" name="Text Box 24">
            <a:extLst>
              <a:ext uri="{FF2B5EF4-FFF2-40B4-BE49-F238E27FC236}">
                <a16:creationId xmlns:a16="http://schemas.microsoft.com/office/drawing/2014/main" id="{122E17AC-ED32-CB8B-1D70-35553A0D1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A70BA21B-BC37-06EE-00F7-961715F32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Fifth “Bubble Up”</a:t>
            </a:r>
          </a:p>
        </p:txBody>
      </p:sp>
      <p:sp>
        <p:nvSpPr>
          <p:cNvPr id="299011" name="Text Box 3">
            <a:extLst>
              <a:ext uri="{FF2B5EF4-FFF2-40B4-BE49-F238E27FC236}">
                <a16:creationId xmlns:a16="http://schemas.microsoft.com/office/drawing/2014/main" id="{8C357AF1-B3BF-C955-270E-7B9296A84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299012" name="Text Box 4">
            <a:extLst>
              <a:ext uri="{FF2B5EF4-FFF2-40B4-BE49-F238E27FC236}">
                <a16:creationId xmlns:a16="http://schemas.microsoft.com/office/drawing/2014/main" id="{57D3EC2D-C6FB-A794-310D-E87F7626F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299013" name="Text Box 5">
            <a:extLst>
              <a:ext uri="{FF2B5EF4-FFF2-40B4-BE49-F238E27FC236}">
                <a16:creationId xmlns:a16="http://schemas.microsoft.com/office/drawing/2014/main" id="{B066B575-533E-45D0-E6AA-487C43F87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299014" name="Text Box 6">
            <a:extLst>
              <a:ext uri="{FF2B5EF4-FFF2-40B4-BE49-F238E27FC236}">
                <a16:creationId xmlns:a16="http://schemas.microsoft.com/office/drawing/2014/main" id="{63ECC6DE-154D-FC00-CD05-685E99314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299015" name="Text Box 7">
            <a:extLst>
              <a:ext uri="{FF2B5EF4-FFF2-40B4-BE49-F238E27FC236}">
                <a16:creationId xmlns:a16="http://schemas.microsoft.com/office/drawing/2014/main" id="{9CEE5CCF-821A-27AE-DEBC-314716481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299016" name="Text Box 8">
            <a:extLst>
              <a:ext uri="{FF2B5EF4-FFF2-40B4-BE49-F238E27FC236}">
                <a16:creationId xmlns:a16="http://schemas.microsoft.com/office/drawing/2014/main" id="{F5C90A27-2C4F-2E36-C14C-1A95AEE31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299017" name="Text Box 9">
            <a:extLst>
              <a:ext uri="{FF2B5EF4-FFF2-40B4-BE49-F238E27FC236}">
                <a16:creationId xmlns:a16="http://schemas.microsoft.com/office/drawing/2014/main" id="{502EF3EF-BF47-5019-0E3F-2752D1B3A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99018" name="Text Box 10">
            <a:extLst>
              <a:ext uri="{FF2B5EF4-FFF2-40B4-BE49-F238E27FC236}">
                <a16:creationId xmlns:a16="http://schemas.microsoft.com/office/drawing/2014/main" id="{5ECA02F8-D18C-4E4F-0B90-6FA7CF35A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299019" name="Text Box 11">
            <a:extLst>
              <a:ext uri="{FF2B5EF4-FFF2-40B4-BE49-F238E27FC236}">
                <a16:creationId xmlns:a16="http://schemas.microsoft.com/office/drawing/2014/main" id="{7DB9538C-6C1B-9203-FB1B-394FDB800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299020" name="Text Box 12">
            <a:extLst>
              <a:ext uri="{FF2B5EF4-FFF2-40B4-BE49-F238E27FC236}">
                <a16:creationId xmlns:a16="http://schemas.microsoft.com/office/drawing/2014/main" id="{1C211DFD-DE95-2197-6A96-7A2DC6EA6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299021" name="Text Box 13">
            <a:extLst>
              <a:ext uri="{FF2B5EF4-FFF2-40B4-BE49-F238E27FC236}">
                <a16:creationId xmlns:a16="http://schemas.microsoft.com/office/drawing/2014/main" id="{2E16BF9E-3B27-4593-C2E4-185D58425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299022" name="Text Box 14">
            <a:extLst>
              <a:ext uri="{FF2B5EF4-FFF2-40B4-BE49-F238E27FC236}">
                <a16:creationId xmlns:a16="http://schemas.microsoft.com/office/drawing/2014/main" id="{6634482F-01A1-874B-771B-36263B64D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99023" name="Text Box 15">
            <a:extLst>
              <a:ext uri="{FF2B5EF4-FFF2-40B4-BE49-F238E27FC236}">
                <a16:creationId xmlns:a16="http://schemas.microsoft.com/office/drawing/2014/main" id="{1DE6E03E-93D0-A886-45A3-F37E28E27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99024" name="Text Box 16">
            <a:extLst>
              <a:ext uri="{FF2B5EF4-FFF2-40B4-BE49-F238E27FC236}">
                <a16:creationId xmlns:a16="http://schemas.microsoft.com/office/drawing/2014/main" id="{D70BCE95-3CF5-DAA9-E582-1E27E7B5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299025" name="Text Box 17">
            <a:extLst>
              <a:ext uri="{FF2B5EF4-FFF2-40B4-BE49-F238E27FC236}">
                <a16:creationId xmlns:a16="http://schemas.microsoft.com/office/drawing/2014/main" id="{3AEC7234-1636-AA7C-D275-A48C22802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299026" name="Group 18">
            <a:extLst>
              <a:ext uri="{FF2B5EF4-FFF2-40B4-BE49-F238E27FC236}">
                <a16:creationId xmlns:a16="http://schemas.microsoft.com/office/drawing/2014/main" id="{74F3907B-DB52-D20F-BAC4-1A30A4B3BF7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299027" name="Line 19">
              <a:extLst>
                <a:ext uri="{FF2B5EF4-FFF2-40B4-BE49-F238E27FC236}">
                  <a16:creationId xmlns:a16="http://schemas.microsoft.com/office/drawing/2014/main" id="{A1E292FA-AEF2-021B-5B94-876B346EA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9028" name="Line 20">
              <a:extLst>
                <a:ext uri="{FF2B5EF4-FFF2-40B4-BE49-F238E27FC236}">
                  <a16:creationId xmlns:a16="http://schemas.microsoft.com/office/drawing/2014/main" id="{FF8B07C7-6C02-5FEB-7545-E9F07757C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9029" name="Line 21">
              <a:extLst>
                <a:ext uri="{FF2B5EF4-FFF2-40B4-BE49-F238E27FC236}">
                  <a16:creationId xmlns:a16="http://schemas.microsoft.com/office/drawing/2014/main" id="{15146F58-0E0F-C67A-5257-40230FA60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9030" name="Text Box 22">
            <a:extLst>
              <a:ext uri="{FF2B5EF4-FFF2-40B4-BE49-F238E27FC236}">
                <a16:creationId xmlns:a16="http://schemas.microsoft.com/office/drawing/2014/main" id="{6D535AD0-695B-D414-D6B9-ABC26252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299031" name="Text Box 23">
            <a:extLst>
              <a:ext uri="{FF2B5EF4-FFF2-40B4-BE49-F238E27FC236}">
                <a16:creationId xmlns:a16="http://schemas.microsoft.com/office/drawing/2014/main" id="{CCD4AEED-4BD3-773B-4AD0-E82E596CF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59287540-A082-BD72-918A-56739FBF7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Fifth “Bubble Up”</a:t>
            </a:r>
          </a:p>
        </p:txBody>
      </p:sp>
      <p:sp>
        <p:nvSpPr>
          <p:cNvPr id="300035" name="Text Box 3">
            <a:extLst>
              <a:ext uri="{FF2B5EF4-FFF2-40B4-BE49-F238E27FC236}">
                <a16:creationId xmlns:a16="http://schemas.microsoft.com/office/drawing/2014/main" id="{A3ACD8C0-E2F3-EE8E-262D-5E139A6A4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9B3E602F-3951-814D-B235-17ADAD55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00037" name="Text Box 5">
            <a:extLst>
              <a:ext uri="{FF2B5EF4-FFF2-40B4-BE49-F238E27FC236}">
                <a16:creationId xmlns:a16="http://schemas.microsoft.com/office/drawing/2014/main" id="{052CA5C3-6643-C578-5AE4-25A329548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00038" name="Text Box 6">
            <a:extLst>
              <a:ext uri="{FF2B5EF4-FFF2-40B4-BE49-F238E27FC236}">
                <a16:creationId xmlns:a16="http://schemas.microsoft.com/office/drawing/2014/main" id="{C3922D7E-BD8E-EB78-DD0E-328276B68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00039" name="Text Box 7">
            <a:extLst>
              <a:ext uri="{FF2B5EF4-FFF2-40B4-BE49-F238E27FC236}">
                <a16:creationId xmlns:a16="http://schemas.microsoft.com/office/drawing/2014/main" id="{33EC227C-3665-8EA2-7778-3E311702F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00040" name="Text Box 8">
            <a:extLst>
              <a:ext uri="{FF2B5EF4-FFF2-40B4-BE49-F238E27FC236}">
                <a16:creationId xmlns:a16="http://schemas.microsoft.com/office/drawing/2014/main" id="{152D03C8-CDA2-DB40-796D-331FAE0D1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00041" name="Text Box 9">
            <a:extLst>
              <a:ext uri="{FF2B5EF4-FFF2-40B4-BE49-F238E27FC236}">
                <a16:creationId xmlns:a16="http://schemas.microsoft.com/office/drawing/2014/main" id="{3EBD1A8E-27A9-C1C0-DDE7-7C8E46A10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00042" name="Text Box 10">
            <a:extLst>
              <a:ext uri="{FF2B5EF4-FFF2-40B4-BE49-F238E27FC236}">
                <a16:creationId xmlns:a16="http://schemas.microsoft.com/office/drawing/2014/main" id="{FF567FEC-3A2A-74F0-CD35-EAA96DBE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00043" name="Text Box 11">
            <a:extLst>
              <a:ext uri="{FF2B5EF4-FFF2-40B4-BE49-F238E27FC236}">
                <a16:creationId xmlns:a16="http://schemas.microsoft.com/office/drawing/2014/main" id="{530306B2-31B2-DC34-88F6-C250F4426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300044" name="Text Box 12">
            <a:extLst>
              <a:ext uri="{FF2B5EF4-FFF2-40B4-BE49-F238E27FC236}">
                <a16:creationId xmlns:a16="http://schemas.microsoft.com/office/drawing/2014/main" id="{843AC819-40A6-EE22-A8F5-FA22B84C8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300045" name="Text Box 13">
            <a:extLst>
              <a:ext uri="{FF2B5EF4-FFF2-40B4-BE49-F238E27FC236}">
                <a16:creationId xmlns:a16="http://schemas.microsoft.com/office/drawing/2014/main" id="{8EB01157-5B56-18FF-E6BC-4221E3B7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300046" name="Text Box 14">
            <a:extLst>
              <a:ext uri="{FF2B5EF4-FFF2-40B4-BE49-F238E27FC236}">
                <a16:creationId xmlns:a16="http://schemas.microsoft.com/office/drawing/2014/main" id="{B559EDC2-DE62-11E9-7F06-FD2B42076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0047" name="Text Box 15">
            <a:extLst>
              <a:ext uri="{FF2B5EF4-FFF2-40B4-BE49-F238E27FC236}">
                <a16:creationId xmlns:a16="http://schemas.microsoft.com/office/drawing/2014/main" id="{D6E9494D-F01B-B50A-6BBA-E5C43B7FD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00048" name="Text Box 16">
            <a:extLst>
              <a:ext uri="{FF2B5EF4-FFF2-40B4-BE49-F238E27FC236}">
                <a16:creationId xmlns:a16="http://schemas.microsoft.com/office/drawing/2014/main" id="{CD0E0B86-89DE-821F-8694-AD654952E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300049" name="Text Box 17">
            <a:extLst>
              <a:ext uri="{FF2B5EF4-FFF2-40B4-BE49-F238E27FC236}">
                <a16:creationId xmlns:a16="http://schemas.microsoft.com/office/drawing/2014/main" id="{55935CAB-7A15-7FF6-3577-35FBF2AD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300050" name="Group 18">
            <a:extLst>
              <a:ext uri="{FF2B5EF4-FFF2-40B4-BE49-F238E27FC236}">
                <a16:creationId xmlns:a16="http://schemas.microsoft.com/office/drawing/2014/main" id="{A7670332-B9E3-5A47-8ED7-21B84B223F1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733675" y="4152900"/>
            <a:ext cx="590550" cy="446088"/>
            <a:chOff x="1760" y="2424"/>
            <a:chExt cx="372" cy="502"/>
          </a:xfrm>
        </p:grpSpPr>
        <p:sp>
          <p:nvSpPr>
            <p:cNvPr id="300051" name="Line 19">
              <a:extLst>
                <a:ext uri="{FF2B5EF4-FFF2-40B4-BE49-F238E27FC236}">
                  <a16:creationId xmlns:a16="http://schemas.microsoft.com/office/drawing/2014/main" id="{92A0A452-8644-90FC-EC35-552B35645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052" name="Line 20">
              <a:extLst>
                <a:ext uri="{FF2B5EF4-FFF2-40B4-BE49-F238E27FC236}">
                  <a16:creationId xmlns:a16="http://schemas.microsoft.com/office/drawing/2014/main" id="{4D3B3468-1797-752D-9CEF-40D080334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0053" name="Line 21">
              <a:extLst>
                <a:ext uri="{FF2B5EF4-FFF2-40B4-BE49-F238E27FC236}">
                  <a16:creationId xmlns:a16="http://schemas.microsoft.com/office/drawing/2014/main" id="{CE9BB7F2-C8E6-6D17-96FF-40D17EBE7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0054" name="Text Box 22">
            <a:extLst>
              <a:ext uri="{FF2B5EF4-FFF2-40B4-BE49-F238E27FC236}">
                <a16:creationId xmlns:a16="http://schemas.microsoft.com/office/drawing/2014/main" id="{9D303158-BA3F-816F-3B06-94F78B806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300055" name="Text Box 23">
            <a:extLst>
              <a:ext uri="{FF2B5EF4-FFF2-40B4-BE49-F238E27FC236}">
                <a16:creationId xmlns:a16="http://schemas.microsoft.com/office/drawing/2014/main" id="{A2D3A9EC-D288-E4F0-2B06-FDCAAC56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300056" name="Text Box 24">
            <a:extLst>
              <a:ext uri="{FF2B5EF4-FFF2-40B4-BE49-F238E27FC236}">
                <a16:creationId xmlns:a16="http://schemas.microsoft.com/office/drawing/2014/main" id="{C1C221CB-AD51-93CF-BD15-1E1B73C98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713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4F1A5AE0-2436-DD2B-B880-17B829409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Fifth “Bubble Up”</a:t>
            </a:r>
          </a:p>
        </p:txBody>
      </p:sp>
      <p:sp>
        <p:nvSpPr>
          <p:cNvPr id="301059" name="Text Box 3">
            <a:extLst>
              <a:ext uri="{FF2B5EF4-FFF2-40B4-BE49-F238E27FC236}">
                <a16:creationId xmlns:a16="http://schemas.microsoft.com/office/drawing/2014/main" id="{C3F25075-3D04-6337-8E6E-F24315415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01060" name="Text Box 4">
            <a:extLst>
              <a:ext uri="{FF2B5EF4-FFF2-40B4-BE49-F238E27FC236}">
                <a16:creationId xmlns:a16="http://schemas.microsoft.com/office/drawing/2014/main" id="{9E903D3B-B825-12D3-695E-48554763C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01061" name="Text Box 5">
            <a:extLst>
              <a:ext uri="{FF2B5EF4-FFF2-40B4-BE49-F238E27FC236}">
                <a16:creationId xmlns:a16="http://schemas.microsoft.com/office/drawing/2014/main" id="{2FC6BFD4-D7E5-AD0F-A102-20A34C20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01062" name="Text Box 6">
            <a:extLst>
              <a:ext uri="{FF2B5EF4-FFF2-40B4-BE49-F238E27FC236}">
                <a16:creationId xmlns:a16="http://schemas.microsoft.com/office/drawing/2014/main" id="{06CBDE04-8673-EEE7-50C0-69747B45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01063" name="Text Box 7">
            <a:extLst>
              <a:ext uri="{FF2B5EF4-FFF2-40B4-BE49-F238E27FC236}">
                <a16:creationId xmlns:a16="http://schemas.microsoft.com/office/drawing/2014/main" id="{77561795-A1E1-86AA-99ED-1DC3A6216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01064" name="Text Box 8">
            <a:extLst>
              <a:ext uri="{FF2B5EF4-FFF2-40B4-BE49-F238E27FC236}">
                <a16:creationId xmlns:a16="http://schemas.microsoft.com/office/drawing/2014/main" id="{04EEC1D9-6DCE-04AD-4831-0E44E14B6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01065" name="Text Box 9">
            <a:extLst>
              <a:ext uri="{FF2B5EF4-FFF2-40B4-BE49-F238E27FC236}">
                <a16:creationId xmlns:a16="http://schemas.microsoft.com/office/drawing/2014/main" id="{502679C8-8532-B266-98AD-EF69DCD3A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01066" name="Text Box 10">
            <a:extLst>
              <a:ext uri="{FF2B5EF4-FFF2-40B4-BE49-F238E27FC236}">
                <a16:creationId xmlns:a16="http://schemas.microsoft.com/office/drawing/2014/main" id="{7A1A421B-0262-947B-CADA-EC32A81DF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01067" name="Text Box 11">
            <a:extLst>
              <a:ext uri="{FF2B5EF4-FFF2-40B4-BE49-F238E27FC236}">
                <a16:creationId xmlns:a16="http://schemas.microsoft.com/office/drawing/2014/main" id="{671CDCF1-C8F5-0876-176E-D99B38262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301068" name="Text Box 12">
            <a:extLst>
              <a:ext uri="{FF2B5EF4-FFF2-40B4-BE49-F238E27FC236}">
                <a16:creationId xmlns:a16="http://schemas.microsoft.com/office/drawing/2014/main" id="{D1E9359F-7DAC-52EB-F818-9619ABDDE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301069" name="Text Box 13">
            <a:extLst>
              <a:ext uri="{FF2B5EF4-FFF2-40B4-BE49-F238E27FC236}">
                <a16:creationId xmlns:a16="http://schemas.microsoft.com/office/drawing/2014/main" id="{61A10FD6-BEB6-6297-0306-B6DFBB0D9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301070" name="Text Box 14">
            <a:extLst>
              <a:ext uri="{FF2B5EF4-FFF2-40B4-BE49-F238E27FC236}">
                <a16:creationId xmlns:a16="http://schemas.microsoft.com/office/drawing/2014/main" id="{BA26CE2A-71BB-7FAD-864D-5B32561B0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1071" name="Text Box 15">
            <a:extLst>
              <a:ext uri="{FF2B5EF4-FFF2-40B4-BE49-F238E27FC236}">
                <a16:creationId xmlns:a16="http://schemas.microsoft.com/office/drawing/2014/main" id="{EA780C78-AEE9-156A-1382-37A8ADD54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1072" name="Text Box 16">
            <a:extLst>
              <a:ext uri="{FF2B5EF4-FFF2-40B4-BE49-F238E27FC236}">
                <a16:creationId xmlns:a16="http://schemas.microsoft.com/office/drawing/2014/main" id="{7704833A-6E37-7911-D2C8-0A912E78A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301073" name="Text Box 17">
            <a:extLst>
              <a:ext uri="{FF2B5EF4-FFF2-40B4-BE49-F238E27FC236}">
                <a16:creationId xmlns:a16="http://schemas.microsoft.com/office/drawing/2014/main" id="{1F498834-0AB1-D145-050D-EE1F3058D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301074" name="Group 18">
            <a:extLst>
              <a:ext uri="{FF2B5EF4-FFF2-40B4-BE49-F238E27FC236}">
                <a16:creationId xmlns:a16="http://schemas.microsoft.com/office/drawing/2014/main" id="{2C59E6B5-2CD0-1D7B-4C77-4561E33666D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301075" name="Line 19">
              <a:extLst>
                <a:ext uri="{FF2B5EF4-FFF2-40B4-BE49-F238E27FC236}">
                  <a16:creationId xmlns:a16="http://schemas.microsoft.com/office/drawing/2014/main" id="{1AFE665B-ECEA-497B-360F-35C7C576C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076" name="Line 20">
              <a:extLst>
                <a:ext uri="{FF2B5EF4-FFF2-40B4-BE49-F238E27FC236}">
                  <a16:creationId xmlns:a16="http://schemas.microsoft.com/office/drawing/2014/main" id="{1A83746B-3E70-BAA4-2D36-4E9DCBAB5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077" name="Line 21">
              <a:extLst>
                <a:ext uri="{FF2B5EF4-FFF2-40B4-BE49-F238E27FC236}">
                  <a16:creationId xmlns:a16="http://schemas.microsoft.com/office/drawing/2014/main" id="{5ED580A5-D39E-94CB-968C-D7DBAFF72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1078" name="Text Box 22">
            <a:extLst>
              <a:ext uri="{FF2B5EF4-FFF2-40B4-BE49-F238E27FC236}">
                <a16:creationId xmlns:a16="http://schemas.microsoft.com/office/drawing/2014/main" id="{E8EF6C01-D17D-FD12-27B7-AEF49E253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301079" name="Text Box 23">
            <a:extLst>
              <a:ext uri="{FF2B5EF4-FFF2-40B4-BE49-F238E27FC236}">
                <a16:creationId xmlns:a16="http://schemas.microsoft.com/office/drawing/2014/main" id="{B5B8D47F-E340-C9E3-EE84-858671C41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529B822B-3CA8-CEFF-0487-93B8DBDA4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Fifth “Bubble Up”</a:t>
            </a:r>
          </a:p>
        </p:txBody>
      </p:sp>
      <p:sp>
        <p:nvSpPr>
          <p:cNvPr id="302083" name="Text Box 3">
            <a:extLst>
              <a:ext uri="{FF2B5EF4-FFF2-40B4-BE49-F238E27FC236}">
                <a16:creationId xmlns:a16="http://schemas.microsoft.com/office/drawing/2014/main" id="{17EC3A29-7B77-6E05-01BE-92526F7D8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02084" name="Text Box 4">
            <a:extLst>
              <a:ext uri="{FF2B5EF4-FFF2-40B4-BE49-F238E27FC236}">
                <a16:creationId xmlns:a16="http://schemas.microsoft.com/office/drawing/2014/main" id="{7499C330-3D42-9D7F-906C-201FD7336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02085" name="Text Box 5">
            <a:extLst>
              <a:ext uri="{FF2B5EF4-FFF2-40B4-BE49-F238E27FC236}">
                <a16:creationId xmlns:a16="http://schemas.microsoft.com/office/drawing/2014/main" id="{48405486-FAA2-C8B3-91FB-B6F8D2D0D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02086" name="Text Box 6">
            <a:extLst>
              <a:ext uri="{FF2B5EF4-FFF2-40B4-BE49-F238E27FC236}">
                <a16:creationId xmlns:a16="http://schemas.microsoft.com/office/drawing/2014/main" id="{91FCCD5E-59AE-7AE2-9F97-657C0EC03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02087" name="Text Box 7">
            <a:extLst>
              <a:ext uri="{FF2B5EF4-FFF2-40B4-BE49-F238E27FC236}">
                <a16:creationId xmlns:a16="http://schemas.microsoft.com/office/drawing/2014/main" id="{1EDF133D-50CB-0972-2A73-AEAA3EE72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02088" name="Text Box 8">
            <a:extLst>
              <a:ext uri="{FF2B5EF4-FFF2-40B4-BE49-F238E27FC236}">
                <a16:creationId xmlns:a16="http://schemas.microsoft.com/office/drawing/2014/main" id="{7D951FAB-9413-5415-8241-7A9CED734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02089" name="Text Box 9">
            <a:extLst>
              <a:ext uri="{FF2B5EF4-FFF2-40B4-BE49-F238E27FC236}">
                <a16:creationId xmlns:a16="http://schemas.microsoft.com/office/drawing/2014/main" id="{814C2578-B011-80B3-1FBE-457BFD8B9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02090" name="Text Box 10">
            <a:extLst>
              <a:ext uri="{FF2B5EF4-FFF2-40B4-BE49-F238E27FC236}">
                <a16:creationId xmlns:a16="http://schemas.microsoft.com/office/drawing/2014/main" id="{0B2F7253-5F5C-50A0-9DCF-CDEB241E2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02091" name="Text Box 11">
            <a:extLst>
              <a:ext uri="{FF2B5EF4-FFF2-40B4-BE49-F238E27FC236}">
                <a16:creationId xmlns:a16="http://schemas.microsoft.com/office/drawing/2014/main" id="{AA000A4F-9E1E-85C1-EE2E-7BDB4E63E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302092" name="Text Box 12">
            <a:extLst>
              <a:ext uri="{FF2B5EF4-FFF2-40B4-BE49-F238E27FC236}">
                <a16:creationId xmlns:a16="http://schemas.microsoft.com/office/drawing/2014/main" id="{781D0AA7-1989-BDD1-737B-3319177EE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302093" name="Text Box 13">
            <a:extLst>
              <a:ext uri="{FF2B5EF4-FFF2-40B4-BE49-F238E27FC236}">
                <a16:creationId xmlns:a16="http://schemas.microsoft.com/office/drawing/2014/main" id="{A79C917A-702D-459F-E25A-1860436AE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302094" name="Text Box 14">
            <a:extLst>
              <a:ext uri="{FF2B5EF4-FFF2-40B4-BE49-F238E27FC236}">
                <a16:creationId xmlns:a16="http://schemas.microsoft.com/office/drawing/2014/main" id="{FF3AB514-5DD1-F936-F298-6D65017CC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2095" name="Text Box 15">
            <a:extLst>
              <a:ext uri="{FF2B5EF4-FFF2-40B4-BE49-F238E27FC236}">
                <a16:creationId xmlns:a16="http://schemas.microsoft.com/office/drawing/2014/main" id="{F8993002-AFD6-4567-E6CC-C6C69D906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2096" name="Text Box 16">
            <a:extLst>
              <a:ext uri="{FF2B5EF4-FFF2-40B4-BE49-F238E27FC236}">
                <a16:creationId xmlns:a16="http://schemas.microsoft.com/office/drawing/2014/main" id="{924BEC36-F472-B602-CDD3-395B069AF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302097" name="Text Box 17">
            <a:extLst>
              <a:ext uri="{FF2B5EF4-FFF2-40B4-BE49-F238E27FC236}">
                <a16:creationId xmlns:a16="http://schemas.microsoft.com/office/drawing/2014/main" id="{F8B053DE-ECFF-6134-C5B5-5920A27B9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302098" name="Group 18">
            <a:extLst>
              <a:ext uri="{FF2B5EF4-FFF2-40B4-BE49-F238E27FC236}">
                <a16:creationId xmlns:a16="http://schemas.microsoft.com/office/drawing/2014/main" id="{EC244436-C5C2-8804-A7FA-CB3B7DC31ADC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324225" y="4152900"/>
            <a:ext cx="590550" cy="446088"/>
            <a:chOff x="1760" y="2424"/>
            <a:chExt cx="372" cy="502"/>
          </a:xfrm>
        </p:grpSpPr>
        <p:sp>
          <p:nvSpPr>
            <p:cNvPr id="302099" name="Line 19">
              <a:extLst>
                <a:ext uri="{FF2B5EF4-FFF2-40B4-BE49-F238E27FC236}">
                  <a16:creationId xmlns:a16="http://schemas.microsoft.com/office/drawing/2014/main" id="{51B9903E-50BB-CD26-691A-29B2073B0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100" name="Line 20">
              <a:extLst>
                <a:ext uri="{FF2B5EF4-FFF2-40B4-BE49-F238E27FC236}">
                  <a16:creationId xmlns:a16="http://schemas.microsoft.com/office/drawing/2014/main" id="{D8F90A9D-2499-DDD7-F9D1-3A659DC62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101" name="Line 21">
              <a:extLst>
                <a:ext uri="{FF2B5EF4-FFF2-40B4-BE49-F238E27FC236}">
                  <a16:creationId xmlns:a16="http://schemas.microsoft.com/office/drawing/2014/main" id="{C569F9E3-6C96-43C6-DFC3-C8C87D54C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2102" name="Text Box 22">
            <a:extLst>
              <a:ext uri="{FF2B5EF4-FFF2-40B4-BE49-F238E27FC236}">
                <a16:creationId xmlns:a16="http://schemas.microsoft.com/office/drawing/2014/main" id="{A9B70FF2-CDEB-0756-581B-82AF044BC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302103" name="Text Box 23">
            <a:extLst>
              <a:ext uri="{FF2B5EF4-FFF2-40B4-BE49-F238E27FC236}">
                <a16:creationId xmlns:a16="http://schemas.microsoft.com/office/drawing/2014/main" id="{5F59ABBB-5C16-71E0-A8D3-0C8478EC9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302104" name="Text Box 24">
            <a:extLst>
              <a:ext uri="{FF2B5EF4-FFF2-40B4-BE49-F238E27FC236}">
                <a16:creationId xmlns:a16="http://schemas.microsoft.com/office/drawing/2014/main" id="{40BE30D7-3FFA-5CFB-A4EA-8159D94D7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088" y="3657600"/>
            <a:ext cx="1508125" cy="495300"/>
          </a:xfrm>
          <a:prstGeom prst="rect">
            <a:avLst/>
          </a:prstGeom>
          <a:noFill/>
          <a:ln w="381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Swap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39179419-84AB-7EF9-14AA-6CF143AD3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Fifth Pass of Outer Loop</a:t>
            </a:r>
          </a:p>
        </p:txBody>
      </p:sp>
      <p:sp>
        <p:nvSpPr>
          <p:cNvPr id="303107" name="Text Box 3">
            <a:extLst>
              <a:ext uri="{FF2B5EF4-FFF2-40B4-BE49-F238E27FC236}">
                <a16:creationId xmlns:a16="http://schemas.microsoft.com/office/drawing/2014/main" id="{464C8AD3-FCF5-0D78-2D31-66755B711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03108" name="Text Box 4">
            <a:extLst>
              <a:ext uri="{FF2B5EF4-FFF2-40B4-BE49-F238E27FC236}">
                <a16:creationId xmlns:a16="http://schemas.microsoft.com/office/drawing/2014/main" id="{7FD3FE0E-E4E2-F166-BF37-009FAC9E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03109" name="Text Box 5">
            <a:extLst>
              <a:ext uri="{FF2B5EF4-FFF2-40B4-BE49-F238E27FC236}">
                <a16:creationId xmlns:a16="http://schemas.microsoft.com/office/drawing/2014/main" id="{9F0EC11F-5115-55D3-E553-F638FE107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03110" name="Text Box 6">
            <a:extLst>
              <a:ext uri="{FF2B5EF4-FFF2-40B4-BE49-F238E27FC236}">
                <a16:creationId xmlns:a16="http://schemas.microsoft.com/office/drawing/2014/main" id="{ECE517E9-C489-F586-23E5-3702E2B94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03111" name="Text Box 7">
            <a:extLst>
              <a:ext uri="{FF2B5EF4-FFF2-40B4-BE49-F238E27FC236}">
                <a16:creationId xmlns:a16="http://schemas.microsoft.com/office/drawing/2014/main" id="{B41CF2E5-89F5-B5E8-CF8B-72EBBDF56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03112" name="Text Box 8">
            <a:extLst>
              <a:ext uri="{FF2B5EF4-FFF2-40B4-BE49-F238E27FC236}">
                <a16:creationId xmlns:a16="http://schemas.microsoft.com/office/drawing/2014/main" id="{2D729D8A-06CA-2003-81B2-1588084C4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03113" name="Text Box 9">
            <a:extLst>
              <a:ext uri="{FF2B5EF4-FFF2-40B4-BE49-F238E27FC236}">
                <a16:creationId xmlns:a16="http://schemas.microsoft.com/office/drawing/2014/main" id="{AF169686-B306-0BEB-5563-E598E154C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03114" name="Text Box 10">
            <a:extLst>
              <a:ext uri="{FF2B5EF4-FFF2-40B4-BE49-F238E27FC236}">
                <a16:creationId xmlns:a16="http://schemas.microsoft.com/office/drawing/2014/main" id="{B44CFDDF-37A0-219E-AD01-C24CA27CC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47148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03115" name="Text Box 11">
            <a:extLst>
              <a:ext uri="{FF2B5EF4-FFF2-40B4-BE49-F238E27FC236}">
                <a16:creationId xmlns:a16="http://schemas.microsoft.com/office/drawing/2014/main" id="{0AEAB09A-37FE-5287-F2BD-5F41AC7EC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2927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303116" name="Text Box 12">
            <a:extLst>
              <a:ext uri="{FF2B5EF4-FFF2-40B4-BE49-F238E27FC236}">
                <a16:creationId xmlns:a16="http://schemas.microsoft.com/office/drawing/2014/main" id="{B86E0798-76DC-670F-AFB8-6F9280D02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303117" name="Text Box 13">
            <a:extLst>
              <a:ext uri="{FF2B5EF4-FFF2-40B4-BE49-F238E27FC236}">
                <a16:creationId xmlns:a16="http://schemas.microsoft.com/office/drawing/2014/main" id="{BC9DB051-7044-59DC-82AA-7274BE488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303118" name="Text Box 14">
            <a:extLst>
              <a:ext uri="{FF2B5EF4-FFF2-40B4-BE49-F238E27FC236}">
                <a16:creationId xmlns:a16="http://schemas.microsoft.com/office/drawing/2014/main" id="{847E9472-DC37-1E58-1702-24451319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3119" name="Text Box 15">
            <a:extLst>
              <a:ext uri="{FF2B5EF4-FFF2-40B4-BE49-F238E27FC236}">
                <a16:creationId xmlns:a16="http://schemas.microsoft.com/office/drawing/2014/main" id="{2A3D0BC3-F9C3-E3B8-A657-3968EE833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303120" name="Text Box 16">
            <a:extLst>
              <a:ext uri="{FF2B5EF4-FFF2-40B4-BE49-F238E27FC236}">
                <a16:creationId xmlns:a16="http://schemas.microsoft.com/office/drawing/2014/main" id="{500FD16E-D438-9077-58BB-D0C53EA83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303121" name="Text Box 17">
            <a:extLst>
              <a:ext uri="{FF2B5EF4-FFF2-40B4-BE49-F238E27FC236}">
                <a16:creationId xmlns:a16="http://schemas.microsoft.com/office/drawing/2014/main" id="{BC4ACF28-8318-9A7D-866E-6CB435336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grpSp>
        <p:nvGrpSpPr>
          <p:cNvPr id="303122" name="Group 18">
            <a:extLst>
              <a:ext uri="{FF2B5EF4-FFF2-40B4-BE49-F238E27FC236}">
                <a16:creationId xmlns:a16="http://schemas.microsoft.com/office/drawing/2014/main" id="{08787235-55EF-81E0-9B8D-44C7439479C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05250" y="4152900"/>
            <a:ext cx="590550" cy="446088"/>
            <a:chOff x="1760" y="2424"/>
            <a:chExt cx="372" cy="502"/>
          </a:xfrm>
        </p:grpSpPr>
        <p:sp>
          <p:nvSpPr>
            <p:cNvPr id="303123" name="Line 19">
              <a:extLst>
                <a:ext uri="{FF2B5EF4-FFF2-40B4-BE49-F238E27FC236}">
                  <a16:creationId xmlns:a16="http://schemas.microsoft.com/office/drawing/2014/main" id="{587DFD8F-D3D9-75CB-F6B6-DC3C75F1F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3124" name="Line 20">
              <a:extLst>
                <a:ext uri="{FF2B5EF4-FFF2-40B4-BE49-F238E27FC236}">
                  <a16:creationId xmlns:a16="http://schemas.microsoft.com/office/drawing/2014/main" id="{75BC8C01-EA50-3314-BF49-48C79049D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2424"/>
              <a:ext cx="0" cy="5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3125" name="Line 21">
              <a:extLst>
                <a:ext uri="{FF2B5EF4-FFF2-40B4-BE49-F238E27FC236}">
                  <a16:creationId xmlns:a16="http://schemas.microsoft.com/office/drawing/2014/main" id="{5EC16E28-A58C-F778-E62F-9A2C6021D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" y="2926"/>
              <a:ext cx="372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3126" name="Text Box 22">
            <a:extLst>
              <a:ext uri="{FF2B5EF4-FFF2-40B4-BE49-F238E27FC236}">
                <a16:creationId xmlns:a16="http://schemas.microsoft.com/office/drawing/2014/main" id="{78191201-7958-5CB9-0E9D-ED03DC469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303127" name="Text Box 23">
            <a:extLst>
              <a:ext uri="{FF2B5EF4-FFF2-40B4-BE49-F238E27FC236}">
                <a16:creationId xmlns:a16="http://schemas.microsoft.com/office/drawing/2014/main" id="{128AF3FA-251B-E371-D9E1-DB4D65467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303129" name="Text Box 25">
            <a:extLst>
              <a:ext uri="{FF2B5EF4-FFF2-40B4-BE49-F238E27FC236}">
                <a16:creationId xmlns:a16="http://schemas.microsoft.com/office/drawing/2014/main" id="{034D514D-A9FE-5E1F-E798-866F95E93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809875"/>
            <a:ext cx="4005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Finished fifth “Bubble Up”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1026">
            <a:extLst>
              <a:ext uri="{FF2B5EF4-FFF2-40B4-BE49-F238E27FC236}">
                <a16:creationId xmlns:a16="http://schemas.microsoft.com/office/drawing/2014/main" id="{9B8934C8-E0A4-4C9C-1D8D-234F700A8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Finished “Early”</a:t>
            </a:r>
          </a:p>
        </p:txBody>
      </p:sp>
      <p:sp>
        <p:nvSpPr>
          <p:cNvPr id="304131" name="Text Box 1027">
            <a:extLst>
              <a:ext uri="{FF2B5EF4-FFF2-40B4-BE49-F238E27FC236}">
                <a16:creationId xmlns:a16="http://schemas.microsoft.com/office/drawing/2014/main" id="{30E8DB55-BA2A-13D1-C71C-1063ACBB4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45</a:t>
            </a:r>
          </a:p>
        </p:txBody>
      </p:sp>
      <p:sp>
        <p:nvSpPr>
          <p:cNvPr id="304132" name="Text Box 1028">
            <a:extLst>
              <a:ext uri="{FF2B5EF4-FFF2-40B4-BE49-F238E27FC236}">
                <a16:creationId xmlns:a16="http://schemas.microsoft.com/office/drawing/2014/main" id="{18B0516E-2487-9723-5AC4-F6E75965E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23</a:t>
            </a:r>
          </a:p>
        </p:txBody>
      </p:sp>
      <p:sp>
        <p:nvSpPr>
          <p:cNvPr id="304133" name="Text Box 1029">
            <a:extLst>
              <a:ext uri="{FF2B5EF4-FFF2-40B4-BE49-F238E27FC236}">
                <a16:creationId xmlns:a16="http://schemas.microsoft.com/office/drawing/2014/main" id="{9CC3FD15-FEE2-1985-1A7C-17B573166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04134" name="Text Box 1030">
            <a:extLst>
              <a:ext uri="{FF2B5EF4-FFF2-40B4-BE49-F238E27FC236}">
                <a16:creationId xmlns:a16="http://schemas.microsoft.com/office/drawing/2014/main" id="{595CE1DA-C03B-732C-5222-7BA3771CE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33</a:t>
            </a:r>
          </a:p>
        </p:txBody>
      </p:sp>
      <p:sp>
        <p:nvSpPr>
          <p:cNvPr id="304135" name="Text Box 1031">
            <a:extLst>
              <a:ext uri="{FF2B5EF4-FFF2-40B4-BE49-F238E27FC236}">
                <a16:creationId xmlns:a16="http://schemas.microsoft.com/office/drawing/2014/main" id="{101F1068-6862-720C-C65F-4B4EAAD0C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42</a:t>
            </a:r>
          </a:p>
        </p:txBody>
      </p:sp>
      <p:sp>
        <p:nvSpPr>
          <p:cNvPr id="304136" name="Text Box 1032">
            <a:extLst>
              <a:ext uri="{FF2B5EF4-FFF2-40B4-BE49-F238E27FC236}">
                <a16:creationId xmlns:a16="http://schemas.microsoft.com/office/drawing/2014/main" id="{1F5FBE4C-A982-5AE3-AE3E-6FB033806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67</a:t>
            </a:r>
          </a:p>
        </p:txBody>
      </p:sp>
      <p:sp>
        <p:nvSpPr>
          <p:cNvPr id="304137" name="Text Box 1033">
            <a:extLst>
              <a:ext uri="{FF2B5EF4-FFF2-40B4-BE49-F238E27FC236}">
                <a16:creationId xmlns:a16="http://schemas.microsoft.com/office/drawing/2014/main" id="{A1230445-AB75-5661-5CB5-065E86641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025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304138" name="Text Box 1034">
            <a:extLst>
              <a:ext uri="{FF2B5EF4-FFF2-40B4-BE49-F238E27FC236}">
                <a16:creationId xmlns:a16="http://schemas.microsoft.com/office/drawing/2014/main" id="{62801ED6-DCA9-07E9-23AB-04AD1573F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650" y="5172075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en-US">
                <a:solidFill>
                  <a:srgbClr val="3333FF"/>
                </a:solidFill>
                <a:latin typeface="Courier New" panose="02070309020205020404" pitchFamily="49" charset="0"/>
              </a:rPr>
              <a:t>98</a:t>
            </a:r>
          </a:p>
        </p:txBody>
      </p:sp>
      <p:sp>
        <p:nvSpPr>
          <p:cNvPr id="304139" name="Text Box 1035">
            <a:extLst>
              <a:ext uri="{FF2B5EF4-FFF2-40B4-BE49-F238E27FC236}">
                <a16:creationId xmlns:a16="http://schemas.microsoft.com/office/drawing/2014/main" id="{F7A935F5-60E2-31EF-85CB-95715D18A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749925"/>
            <a:ext cx="440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1     2    3     4      5    6     7     8</a:t>
            </a:r>
          </a:p>
        </p:txBody>
      </p:sp>
      <p:sp>
        <p:nvSpPr>
          <p:cNvPr id="304140" name="Text Box 1036">
            <a:extLst>
              <a:ext uri="{FF2B5EF4-FFF2-40B4-BE49-F238E27FC236}">
                <a16:creationId xmlns:a16="http://schemas.microsoft.com/office/drawing/2014/main" id="{575314F6-9434-551C-6D05-2FCBE93D6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4050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to_do</a:t>
            </a:r>
          </a:p>
        </p:txBody>
      </p:sp>
      <p:sp>
        <p:nvSpPr>
          <p:cNvPr id="304141" name="Text Box 1037">
            <a:extLst>
              <a:ext uri="{FF2B5EF4-FFF2-40B4-BE49-F238E27FC236}">
                <a16:creationId xmlns:a16="http://schemas.microsoft.com/office/drawing/2014/main" id="{9D023DD0-4DB0-7AFC-DE07-392E5F7A4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900363"/>
            <a:ext cx="109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index</a:t>
            </a:r>
          </a:p>
        </p:txBody>
      </p:sp>
      <p:sp>
        <p:nvSpPr>
          <p:cNvPr id="304142" name="Text Box 1038">
            <a:extLst>
              <a:ext uri="{FF2B5EF4-FFF2-40B4-BE49-F238E27FC236}">
                <a16:creationId xmlns:a16="http://schemas.microsoft.com/office/drawing/2014/main" id="{B6B1F6B4-AAE5-E602-0482-F9E5CA849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4050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304143" name="Text Box 1039">
            <a:extLst>
              <a:ext uri="{FF2B5EF4-FFF2-40B4-BE49-F238E27FC236}">
                <a16:creationId xmlns:a16="http://schemas.microsoft.com/office/drawing/2014/main" id="{2C1AECB4-34A2-8532-913E-6425F12F9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2900363"/>
            <a:ext cx="58737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304144" name="Text Box 1040">
            <a:extLst>
              <a:ext uri="{FF2B5EF4-FFF2-40B4-BE49-F238E27FC236}">
                <a16:creationId xmlns:a16="http://schemas.microsoft.com/office/drawing/2014/main" id="{341F02B9-6D58-901C-0EED-D98F5B714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909763"/>
            <a:ext cx="1096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N    </a:t>
            </a:r>
          </a:p>
        </p:txBody>
      </p:sp>
      <p:sp>
        <p:nvSpPr>
          <p:cNvPr id="304145" name="Text Box 1041">
            <a:extLst>
              <a:ext uri="{FF2B5EF4-FFF2-40B4-BE49-F238E27FC236}">
                <a16:creationId xmlns:a16="http://schemas.microsoft.com/office/drawing/2014/main" id="{1B958FA2-B563-ECF6-E06E-5627B4CAE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1909763"/>
            <a:ext cx="596900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304150" name="Text Box 1046">
            <a:extLst>
              <a:ext uri="{FF2B5EF4-FFF2-40B4-BE49-F238E27FC236}">
                <a16:creationId xmlns:a16="http://schemas.microsoft.com/office/drawing/2014/main" id="{B992652D-FA3C-9FAA-BBA6-5E4A3EEAD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1947863"/>
            <a:ext cx="2374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did_swap    </a:t>
            </a:r>
          </a:p>
        </p:txBody>
      </p:sp>
      <p:sp>
        <p:nvSpPr>
          <p:cNvPr id="304151" name="Text Box 1047">
            <a:extLst>
              <a:ext uri="{FF2B5EF4-FFF2-40B4-BE49-F238E27FC236}">
                <a16:creationId xmlns:a16="http://schemas.microsoft.com/office/drawing/2014/main" id="{3BA5CD94-2C21-1DE1-06F2-BE39D89A6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1463" y="1909763"/>
            <a:ext cx="1063625" cy="495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en-US">
                <a:solidFill>
                  <a:srgbClr val="FF0033"/>
                </a:solidFill>
                <a:latin typeface="Courier New" panose="02070309020205020404" pitchFamily="49" charset="0"/>
              </a:rPr>
              <a:t>false</a:t>
            </a:r>
          </a:p>
        </p:txBody>
      </p:sp>
      <p:sp>
        <p:nvSpPr>
          <p:cNvPr id="304152" name="Text Box 1048">
            <a:extLst>
              <a:ext uri="{FF2B5EF4-FFF2-40B4-BE49-F238E27FC236}">
                <a16:creationId xmlns:a16="http://schemas.microsoft.com/office/drawing/2014/main" id="{12410902-34D2-7E07-75A4-983B4FC4A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2613025"/>
            <a:ext cx="4189412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We didn’t do any swapping,</a:t>
            </a:r>
            <a:br>
              <a:rPr lang="en-US" altLang="en-US">
                <a:solidFill>
                  <a:srgbClr val="FF0033"/>
                </a:solidFill>
              </a:rPr>
            </a:br>
            <a:r>
              <a:rPr lang="en-US" altLang="en-US">
                <a:solidFill>
                  <a:srgbClr val="FF0033"/>
                </a:solidFill>
              </a:rPr>
              <a:t>so all of the other elements</a:t>
            </a:r>
            <a:br>
              <a:rPr lang="en-US" altLang="en-US">
                <a:solidFill>
                  <a:srgbClr val="FF0033"/>
                </a:solidFill>
              </a:rPr>
            </a:br>
            <a:r>
              <a:rPr lang="en-US" altLang="en-US">
                <a:solidFill>
                  <a:srgbClr val="FF0033"/>
                </a:solidFill>
              </a:rPr>
              <a:t>must be correctly placed.</a:t>
            </a:r>
          </a:p>
          <a:p>
            <a:endParaRPr lang="en-US" altLang="en-US">
              <a:solidFill>
                <a:srgbClr val="FF0033"/>
              </a:solidFill>
            </a:endParaRPr>
          </a:p>
          <a:p>
            <a:r>
              <a:rPr lang="en-US" altLang="en-US">
                <a:solidFill>
                  <a:srgbClr val="3333FF"/>
                </a:solidFill>
              </a:rPr>
              <a:t>We can “skip” the last two</a:t>
            </a:r>
            <a:br>
              <a:rPr lang="en-US" altLang="en-US">
                <a:solidFill>
                  <a:srgbClr val="3333FF"/>
                </a:solidFill>
              </a:rPr>
            </a:br>
            <a:r>
              <a:rPr lang="en-US" altLang="en-US">
                <a:solidFill>
                  <a:srgbClr val="3333FF"/>
                </a:solidFill>
              </a:rPr>
              <a:t>passes of the outer loop.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94" name="Rectangle 22">
            <a:extLst>
              <a:ext uri="{FF2B5EF4-FFF2-40B4-BE49-F238E27FC236}">
                <a16:creationId xmlns:a16="http://schemas.microsoft.com/office/drawing/2014/main" id="{0EB00F15-B140-9146-8D88-9C8682D1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65200"/>
          </a:xfrm>
        </p:spPr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79895" name="Rectangle 23">
            <a:extLst>
              <a:ext uri="{FF2B5EF4-FFF2-40B4-BE49-F238E27FC236}">
                <a16:creationId xmlns:a16="http://schemas.microsoft.com/office/drawing/2014/main" id="{B8B5DB00-1376-7A56-67E7-7BDEEC1E6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74800"/>
            <a:ext cx="7772400" cy="4400550"/>
          </a:xfrm>
        </p:spPr>
        <p:txBody>
          <a:bodyPr/>
          <a:lstStyle/>
          <a:p>
            <a:r>
              <a:rPr lang="en-US" altLang="en-US" sz="2800" b="1"/>
              <a:t>“Bubble Up” algorithm will </a:t>
            </a:r>
            <a:r>
              <a:rPr lang="en-US" altLang="en-US" sz="2800" b="1">
                <a:solidFill>
                  <a:srgbClr val="3333FF"/>
                </a:solidFill>
              </a:rPr>
              <a:t>move largest value to its correct location</a:t>
            </a:r>
            <a:r>
              <a:rPr lang="en-US" altLang="en-US" sz="2800" b="1"/>
              <a:t> (to the right)</a:t>
            </a:r>
          </a:p>
          <a:p>
            <a:r>
              <a:rPr lang="en-US" altLang="en-US" sz="2800" b="1"/>
              <a:t>Repeat “Bubble Up” until all elements are correctly placed:</a:t>
            </a:r>
          </a:p>
          <a:p>
            <a:pPr lvl="1"/>
            <a:r>
              <a:rPr lang="en-US" altLang="en-US" sz="2800" b="1">
                <a:solidFill>
                  <a:srgbClr val="3333FF"/>
                </a:solidFill>
              </a:rPr>
              <a:t>Maximum of N-1 times</a:t>
            </a:r>
          </a:p>
          <a:p>
            <a:pPr lvl="1"/>
            <a:r>
              <a:rPr lang="en-US" altLang="en-US" sz="2800" b="1"/>
              <a:t>Can finish early if </a:t>
            </a:r>
            <a:r>
              <a:rPr lang="en-US" altLang="en-US" sz="2800" b="1">
                <a:solidFill>
                  <a:srgbClr val="3333FF"/>
                </a:solidFill>
              </a:rPr>
              <a:t>no swapping</a:t>
            </a:r>
            <a:r>
              <a:rPr lang="en-US" altLang="en-US" sz="2800" b="1"/>
              <a:t> occurs</a:t>
            </a:r>
          </a:p>
          <a:p>
            <a:r>
              <a:rPr lang="en-US" altLang="en-US" sz="2800" b="1"/>
              <a:t>We reduce the number of elements we compare each time one is correctly placed</a:t>
            </a:r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A8FA-66A6-BF1B-92B9-8EA74C35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F714-D4D2-D49F-1E62-DC19D17D5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Bubble sort is a simple, comparison-based sorting algorithm with a time complexity of </a:t>
            </a:r>
            <a:r>
              <a:rPr lang="en-IN" b="1" dirty="0">
                <a:effectLst/>
              </a:rPr>
              <a:t>O(n²)</a:t>
            </a:r>
            <a:r>
              <a:rPr lang="en-IN" dirty="0"/>
              <a:t> in most cases, making it inefficient for large datasets. </a:t>
            </a:r>
          </a:p>
          <a:p>
            <a:r>
              <a:rPr lang="en-IN" dirty="0"/>
              <a:t>Its primary use is for educational purposes due to its straightforward logic and implementation.</a:t>
            </a:r>
            <a:r>
              <a:rPr lang="en-IN" b="0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874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523F-B21B-2397-D896-C423C8B7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F599-9890-6407-C823-7D0119DC2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267200"/>
          </a:xfrm>
        </p:spPr>
        <p:txBody>
          <a:bodyPr/>
          <a:lstStyle/>
          <a:p>
            <a:r>
              <a:rPr lang="en-US" b="1" dirty="0"/>
              <a:t>Worst-Case</a:t>
            </a:r>
            <a:r>
              <a:rPr lang="en-US" dirty="0"/>
              <a:t>: O(n²). This occurs when the array elements are in </a:t>
            </a:r>
            <a:r>
              <a:rPr lang="en-US" b="1" dirty="0"/>
              <a:t>reverse sorted order</a:t>
            </a:r>
            <a:r>
              <a:rPr lang="en-US" dirty="0"/>
              <a:t>, requiring the </a:t>
            </a:r>
            <a:r>
              <a:rPr lang="en-US" b="1" dirty="0"/>
              <a:t>maximum number of comparisons and swaps</a:t>
            </a:r>
            <a:r>
              <a:rPr lang="en-US" dirty="0"/>
              <a:t>.</a:t>
            </a:r>
          </a:p>
          <a:p>
            <a:r>
              <a:rPr lang="en-US" b="1" dirty="0"/>
              <a:t>Average-Case</a:t>
            </a:r>
            <a:r>
              <a:rPr lang="en-US" dirty="0"/>
              <a:t>: O(n²). In a randomly ordered array, the number of comparisons remains high, resulting in quadratic time complexity.</a:t>
            </a:r>
          </a:p>
          <a:p>
            <a:r>
              <a:rPr lang="en-US" b="1" dirty="0"/>
              <a:t>Best-Case</a:t>
            </a:r>
            <a:r>
              <a:rPr lang="en-US" dirty="0"/>
              <a:t>: O(n). This occurs when the array is </a:t>
            </a:r>
            <a:r>
              <a:rPr lang="en-US" b="1" dirty="0"/>
              <a:t>already sorted</a:t>
            </a:r>
            <a:r>
              <a:rPr lang="en-US" dirty="0"/>
              <a:t>. An optimized version with a </a:t>
            </a:r>
            <a:r>
              <a:rPr lang="en-US" b="1" dirty="0"/>
              <a:t>swapped flag</a:t>
            </a:r>
            <a:r>
              <a:rPr lang="en-US" dirty="0"/>
              <a:t> can detect this condition in a single pass (n-1 comparisons) and stop early, achieving linear time.</a:t>
            </a:r>
          </a:p>
        </p:txBody>
      </p:sp>
    </p:spTree>
    <p:extLst>
      <p:ext uri="{BB962C8B-B14F-4D97-AF65-F5344CB8AC3E}">
        <p14:creationId xmlns:p14="http://schemas.microsoft.com/office/powerpoint/2010/main" val="40517427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E921-F9C4-84E4-566D-53812EE8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FC7A-AB5A-4CB3-480C-A4B07F7B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5DDB4-652A-3E75-FA0C-2F58ED4C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Space Complexity:</a:t>
            </a:r>
          </a:p>
          <a:p>
            <a:r>
              <a:rPr lang="en-US" dirty="0"/>
              <a:t>Worst-Case: O(1). Bubble sort is an </a:t>
            </a:r>
            <a:r>
              <a:rPr lang="en-US" b="1" dirty="0"/>
              <a:t>in-place algorithm</a:t>
            </a:r>
            <a:r>
              <a:rPr lang="en-US" dirty="0"/>
              <a:t>, meaning it sorts the array by swapping elements within it and requires only a constant amount of additional memory for temporary variables (like </a:t>
            </a:r>
            <a:r>
              <a:rPr lang="en-US" dirty="0" err="1"/>
              <a:t>i</a:t>
            </a:r>
            <a:r>
              <a:rPr lang="en-US" dirty="0"/>
              <a:t>, j, and temp).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0302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18702783-F385-C856-2EF5-1F1569D43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Truth in CS Act</a:t>
            </a:r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241F89E6-251E-EF2A-880C-3A8DD45F9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90000"/>
              </a:lnSpc>
            </a:pPr>
            <a:r>
              <a:rPr lang="en-US" altLang="en-US" sz="2800" b="1"/>
              <a:t>NOBODY EVER USES BUBBLE SORT</a:t>
            </a:r>
          </a:p>
          <a:p>
            <a:pPr>
              <a:lnSpc>
                <a:spcPct val="190000"/>
              </a:lnSpc>
            </a:pPr>
            <a:r>
              <a:rPr lang="en-US" altLang="en-US" sz="2800" b="1"/>
              <a:t>NOBODY</a:t>
            </a:r>
          </a:p>
          <a:p>
            <a:pPr>
              <a:lnSpc>
                <a:spcPct val="190000"/>
              </a:lnSpc>
            </a:pPr>
            <a:r>
              <a:rPr lang="en-US" altLang="en-US" sz="2800" b="1"/>
              <a:t>NOT EVER</a:t>
            </a:r>
          </a:p>
          <a:p>
            <a:pPr>
              <a:lnSpc>
                <a:spcPct val="190000"/>
              </a:lnSpc>
            </a:pPr>
            <a:r>
              <a:rPr lang="en-US" altLang="en-US" sz="2800" b="1"/>
              <a:t>BECAUSE IT IS EXTREMELY INEFFICIENT</a:t>
            </a:r>
          </a:p>
        </p:txBody>
      </p:sp>
      <p:sp>
        <p:nvSpPr>
          <p:cNvPr id="408580" name="Text Box 4">
            <a:extLst>
              <a:ext uri="{FF2B5EF4-FFF2-40B4-BE49-F238E27FC236}">
                <a16:creationId xmlns:a16="http://schemas.microsoft.com/office/drawing/2014/main" id="{BE8180C8-3D37-6DB6-9F7E-67C62C514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52400"/>
            <a:ext cx="6381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Arial Black" panose="020B0604020202020204" pitchFamily="34" charset="0"/>
              </a:rPr>
              <a:t>LB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>
            <a:extLst>
              <a:ext uri="{FF2B5EF4-FFF2-40B4-BE49-F238E27FC236}">
                <a16:creationId xmlns:a16="http://schemas.microsoft.com/office/drawing/2014/main" id="{E2B79FAD-AA27-0E96-0A4C-D19A61F932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32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501 Template">
  <a:themeElements>
    <a:clrScheme name="">
      <a:dk1>
        <a:srgbClr val="000000"/>
      </a:dk1>
      <a:lt1>
        <a:srgbClr val="FAFFD9"/>
      </a:lt1>
      <a:dk2>
        <a:srgbClr val="3333FF"/>
      </a:dk2>
      <a:lt2>
        <a:srgbClr val="000000"/>
      </a:lt2>
      <a:accent1>
        <a:srgbClr val="FF9900"/>
      </a:accent1>
      <a:accent2>
        <a:srgbClr val="00FFFF"/>
      </a:accent2>
      <a:accent3>
        <a:srgbClr val="FCFFE9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33"/>
      </a:hlink>
      <a:folHlink>
        <a:srgbClr val="969696"/>
      </a:folHlink>
    </a:clrScheme>
    <a:fontScheme name="1501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501 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01 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501 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01 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01 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01 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501 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Data\Microsoft\Templates\1501 Template.pot</Template>
  <TotalTime>322</TotalTime>
  <Words>3960</Words>
  <Application>Microsoft Macintosh PowerPoint</Application>
  <PresentationFormat>On-screen Show (4:3)</PresentationFormat>
  <Paragraphs>1680</Paragraphs>
  <Slides>100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  <vt:variant>
        <vt:lpstr>Custom Shows</vt:lpstr>
      </vt:variant>
      <vt:variant>
        <vt:i4>1</vt:i4>
      </vt:variant>
    </vt:vector>
  </HeadingPairs>
  <TitlesOfParts>
    <vt:vector size="107" baseType="lpstr">
      <vt:lpstr>Arial</vt:lpstr>
      <vt:lpstr>Courier New</vt:lpstr>
      <vt:lpstr>Times New Roman</vt:lpstr>
      <vt:lpstr>Arial Black</vt:lpstr>
      <vt:lpstr>Symbol</vt:lpstr>
      <vt:lpstr>1501 Template</vt:lpstr>
      <vt:lpstr>Bubble Sort</vt:lpstr>
      <vt:lpstr>Sorting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The “Bubble Up” Algorithm</vt:lpstr>
      <vt:lpstr>Items of Interest</vt:lpstr>
      <vt:lpstr>Repeat “Bubble Up” How Many Times?</vt:lpstr>
      <vt:lpstr>“Bubbling” All the Elements</vt:lpstr>
      <vt:lpstr>Reducing the Number of Comparisons</vt:lpstr>
      <vt:lpstr>Reducing the Number of Comparisons</vt:lpstr>
      <vt:lpstr>Putting It All Together</vt:lpstr>
      <vt:lpstr>PowerPoint Presentation</vt:lpstr>
      <vt:lpstr>PowerPoint Presentation</vt:lpstr>
      <vt:lpstr>Already Sorted Collections?</vt:lpstr>
      <vt:lpstr>Using a Boolean “Flag”</vt:lpstr>
      <vt:lpstr>PowerPoint Presentation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An Animated Example</vt:lpstr>
      <vt:lpstr>After First Pass of Outer Loop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The Second “Bubble Up”</vt:lpstr>
      <vt:lpstr>After Second Pass of Outer Loop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The Third “Bubble Up”</vt:lpstr>
      <vt:lpstr>After Third Pass of Outer Loop</vt:lpstr>
      <vt:lpstr>The Fourth “Bubble Up”</vt:lpstr>
      <vt:lpstr>The Fourth “Bubble Up”</vt:lpstr>
      <vt:lpstr>The Fourth “Bubble Up”</vt:lpstr>
      <vt:lpstr>The Fourth “Bubble Up”</vt:lpstr>
      <vt:lpstr>The Fourth “Bubble Up”</vt:lpstr>
      <vt:lpstr>The Fourth “Bubble Up”</vt:lpstr>
      <vt:lpstr>The Fourth “Bubble Up”</vt:lpstr>
      <vt:lpstr>The Fourth “Bubble Up”</vt:lpstr>
      <vt:lpstr>The Fourth “Bubble Up”</vt:lpstr>
      <vt:lpstr>After Fourth Pass of Outer Loop</vt:lpstr>
      <vt:lpstr>The Fifth “Bubble Up”</vt:lpstr>
      <vt:lpstr>The Fifth “Bubble Up”</vt:lpstr>
      <vt:lpstr>The Fifth “Bubble Up”</vt:lpstr>
      <vt:lpstr>The Fifth “Bubble Up”</vt:lpstr>
      <vt:lpstr>The Fifth “Bubble Up”</vt:lpstr>
      <vt:lpstr>The Fifth “Bubble Up”</vt:lpstr>
      <vt:lpstr>After Fifth Pass of Outer Loop</vt:lpstr>
      <vt:lpstr>Finished “Early”</vt:lpstr>
      <vt:lpstr>Summary</vt:lpstr>
      <vt:lpstr>PowerPoint Presentation</vt:lpstr>
      <vt:lpstr>Complexity Analysis</vt:lpstr>
      <vt:lpstr>Complexity Analysis</vt:lpstr>
      <vt:lpstr>Truth in CS Act</vt:lpstr>
      <vt:lpstr>Questions?</vt:lpstr>
      <vt:lpstr>Custom Show 1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Sort</dc:title>
  <dc:subject/>
  <dc:creator/>
  <dc:description/>
  <cp:lastModifiedBy>NAVEEN KUMAR</cp:lastModifiedBy>
  <cp:revision>34</cp:revision>
  <cp:lastPrinted>1998-09-15T17:57:57Z</cp:lastPrinted>
  <dcterms:created xsi:type="dcterms:W3CDTF">1999-07-26T21:29:53Z</dcterms:created>
  <dcterms:modified xsi:type="dcterms:W3CDTF">2026-02-19T09:57:46Z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osition">
    <vt:r8>1</vt:r8>
  </property>
</Properties>
</file>