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 Tree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16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80</cp:revision>
  <dcterms:created xsi:type="dcterms:W3CDTF">2026-01-15T04:12:31Z</dcterms:created>
  <dcterms:modified xsi:type="dcterms:W3CDTF">2026-01-21T05:25:37Z</dcterms:modified>
</cp:coreProperties>
</file>