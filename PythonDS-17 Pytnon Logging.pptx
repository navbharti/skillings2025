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PythonDS-16 Exception Handling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2331</TotalTime>
  <Words>17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PythonDS-16 Exception Handling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125</cp:revision>
  <dcterms:created xsi:type="dcterms:W3CDTF">2026-01-15T04:12:31Z</dcterms:created>
  <dcterms:modified xsi:type="dcterms:W3CDTF">2026-02-12T11:49:52Z</dcterms:modified>
</cp:coreProperties>
</file>