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76"/>
  </p:normalViewPr>
  <p:slideViewPr>
    <p:cSldViewPr snapToGrid="0">
      <p:cViewPr>
        <p:scale>
          <a:sx n="166" d="100"/>
          <a:sy n="166" d="100"/>
        </p:scale>
        <p:origin x="1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PythonDS-08 String and Its Methods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1033-45AA-5292-2DDB-86BA3FA8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A9E7B-5905-037F-5946-A4619ECDC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Python, a string is an immutable sequence of Unicode characters used to represent text. They are a fundamental data type and can be created using single quotes ('...'), double quotes ("..."), or triple quotes ("""...""" or '''...''') for multiline strings. </a:t>
            </a:r>
          </a:p>
          <a:p>
            <a:r>
              <a:rPr lang="en-US" dirty="0"/>
              <a:t>Key Characteristics</a:t>
            </a:r>
          </a:p>
          <a:p>
            <a:r>
              <a:rPr lang="en-US" dirty="0"/>
              <a:t>Immutable: Once a string is created, its contents cannot be changed. Operations that seem to modify a string (like replacing characters) actually create a new string.</a:t>
            </a:r>
          </a:p>
          <a:p>
            <a:r>
              <a:rPr lang="en-US" dirty="0"/>
              <a:t>Sequence: Characters in a string are ordered and can be accessed using zero-based indexing (e.g., </a:t>
            </a:r>
            <a:r>
              <a:rPr lang="en-US" dirty="0" err="1"/>
              <a:t>my_string</a:t>
            </a:r>
            <a:r>
              <a:rPr lang="en-US" dirty="0"/>
              <a:t>[0] accesses the first character). Negative indexing is also supported to access characters from the end of the string (e.g., </a:t>
            </a:r>
            <a:r>
              <a:rPr lang="en-US" dirty="0" err="1"/>
              <a:t>my_string</a:t>
            </a:r>
            <a:r>
              <a:rPr lang="en-US" dirty="0"/>
              <a:t>[-1] is the last character).</a:t>
            </a:r>
          </a:p>
          <a:p>
            <a:r>
              <a:rPr lang="en-US" dirty="0"/>
              <a:t>No Character Type: Python does not have a separate data type for a single character; a single character is simply a string of length one. </a:t>
            </a:r>
          </a:p>
        </p:txBody>
      </p:sp>
    </p:spTree>
    <p:extLst>
      <p:ext uri="{BB962C8B-B14F-4D97-AF65-F5344CB8AC3E}">
        <p14:creationId xmlns:p14="http://schemas.microsoft.com/office/powerpoint/2010/main" val="947646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8AF8-63F9-3451-81BD-2CCA3A9D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2DE9-95A2-6D49-DC08-694EFEE7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String Operations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BE0F1-A0FC-A21C-008B-D98ABD57F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Python provides a rich set of built-in functions and methods for working with strings. </a:t>
            </a:r>
          </a:p>
          <a:p>
            <a:endParaRPr lang="en-US" dirty="0"/>
          </a:p>
          <a:p>
            <a:r>
              <a:rPr lang="en-US" dirty="0"/>
              <a:t>Operation/Method 	Description	Example</a:t>
            </a:r>
          </a:p>
          <a:p>
            <a:r>
              <a:rPr lang="en-US" dirty="0"/>
              <a:t>+ (Concatenation)	Joins two or more strings together.	greeting = "Hello" + " World!"</a:t>
            </a:r>
          </a:p>
          <a:p>
            <a:r>
              <a:rPr lang="en-US" dirty="0"/>
              <a:t>* (Repetition)	Repeats a string multiple times.	laughs = "ha" * 3</a:t>
            </a:r>
          </a:p>
          <a:p>
            <a:r>
              <a:rPr lang="en-US" dirty="0" err="1"/>
              <a:t>len</a:t>
            </a:r>
            <a:r>
              <a:rPr lang="en-US" dirty="0"/>
              <a:t>() (Function)	Returns the length (number of characters) of a string.	length = </a:t>
            </a:r>
            <a:r>
              <a:rPr lang="en-US" dirty="0" err="1"/>
              <a:t>len</a:t>
            </a:r>
            <a:r>
              <a:rPr lang="en-US" dirty="0"/>
              <a:t>("Python")</a:t>
            </a:r>
          </a:p>
          <a:p>
            <a:r>
              <a:rPr lang="en-US" dirty="0"/>
              <a:t>in (Membership)	Checks if a substring is present within a string (returns True or False).	"</a:t>
            </a:r>
            <a:r>
              <a:rPr lang="en-US" dirty="0" err="1"/>
              <a:t>Py</a:t>
            </a:r>
            <a:r>
              <a:rPr lang="en-US" dirty="0"/>
              <a:t>" in "Python" returns True</a:t>
            </a:r>
          </a:p>
          <a:p>
            <a:r>
              <a:rPr lang="en-US" dirty="0"/>
              <a:t>.upper()/.lower()	Converts all characters to uppercase or lowercase, respectively.	"</a:t>
            </a:r>
            <a:r>
              <a:rPr lang="en-US" dirty="0" err="1"/>
              <a:t>Hello".upper</a:t>
            </a:r>
            <a:r>
              <a:rPr lang="en-US" dirty="0"/>
              <a:t>() returns "HELLO"</a:t>
            </a:r>
          </a:p>
          <a:p>
            <a:r>
              <a:rPr lang="en-US" dirty="0"/>
              <a:t>.strip()	Removes leading and trailing whitespace.	" text ".strip() returns "text"</a:t>
            </a:r>
          </a:p>
          <a:p>
            <a:r>
              <a:rPr lang="en-US" dirty="0"/>
              <a:t>.split()	Splits a string into a list of substrings based on a delimiter (defaults to whitespace).	"</a:t>
            </a:r>
            <a:r>
              <a:rPr lang="en-US" dirty="0" err="1"/>
              <a:t>a,b,c".split</a:t>
            </a:r>
            <a:r>
              <a:rPr lang="en-US" dirty="0"/>
              <a:t>(',') returns ['a', 'b', 'c']</a:t>
            </a:r>
          </a:p>
          <a:p>
            <a:r>
              <a:rPr lang="en-US" dirty="0"/>
              <a:t>.join()	Joins elements of a list into a single string using the string as a separator.	"-".join(["2025", "05"]) returns "2025-05"</a:t>
            </a:r>
          </a:p>
          <a:p>
            <a:r>
              <a:rPr lang="en-US" dirty="0"/>
              <a:t>.find()	Returns the index of the first occurrence of a substring, or -1 if not found.	"</a:t>
            </a:r>
            <a:r>
              <a:rPr lang="en-US" dirty="0" err="1"/>
              <a:t>Python".find</a:t>
            </a:r>
            <a:r>
              <a:rPr lang="en-US" dirty="0"/>
              <a:t>("</a:t>
            </a:r>
            <a:r>
              <a:rPr lang="en-US" dirty="0" err="1"/>
              <a:t>th</a:t>
            </a:r>
            <a:r>
              <a:rPr lang="en-US" dirty="0"/>
              <a:t>") returns 2</a:t>
            </a:r>
          </a:p>
          <a:p>
            <a:r>
              <a:rPr lang="en-US" dirty="0"/>
              <a:t>.replace()	Replaces all occurrences of a specified substring with another.	"</a:t>
            </a:r>
            <a:r>
              <a:rPr lang="en-US" dirty="0" err="1"/>
              <a:t>Hello".replace</a:t>
            </a:r>
            <a:r>
              <a:rPr lang="en-US" dirty="0"/>
              <a:t>("l", "x") returns "</a:t>
            </a:r>
            <a:r>
              <a:rPr lang="en-US" dirty="0" err="1"/>
              <a:t>Hexxo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73291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5A31-CABA-3937-A2E3-D9F0114F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B221-1365-FA21-6DDF-F347385F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89081-38F5-234F-E691-46D9E8C1E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Python offers powerful ways to format strings, with f-strings (formatted string literals) being the most preferred method for their readability and conciseness. </a:t>
            </a:r>
          </a:p>
          <a:p>
            <a:endParaRPr lang="en-US" dirty="0"/>
          </a:p>
          <a:p>
            <a:r>
              <a:rPr lang="en-US" dirty="0"/>
              <a:t>name = "Alice"</a:t>
            </a:r>
          </a:p>
          <a:p>
            <a:r>
              <a:rPr lang="en-US" dirty="0"/>
              <a:t>age = 22</a:t>
            </a:r>
          </a:p>
          <a:p>
            <a:r>
              <a:rPr lang="en-US" dirty="0"/>
              <a:t>print(</a:t>
            </a:r>
            <a:r>
              <a:rPr lang="en-US" dirty="0" err="1"/>
              <a:t>f"Name</a:t>
            </a:r>
            <a:r>
              <a:rPr lang="en-US" dirty="0"/>
              <a:t>: {name}, Age: {age}") # Output: Name: Alice, Age: 22</a:t>
            </a:r>
          </a:p>
          <a:p>
            <a:r>
              <a:rPr lang="en-US" dirty="0"/>
              <a:t>The older .format() method is also widely used. </a:t>
            </a:r>
          </a:p>
          <a:p>
            <a:endParaRPr lang="en-US" dirty="0"/>
          </a:p>
          <a:p>
            <a:r>
              <a:rPr lang="en-US" dirty="0"/>
              <a:t>s = "My name is {} and I am {} years </a:t>
            </a:r>
            <a:r>
              <a:rPr lang="en-US" dirty="0" err="1"/>
              <a:t>old.".format</a:t>
            </a:r>
            <a:r>
              <a:rPr lang="en-US" dirty="0"/>
              <a:t>("Alice", 22)</a:t>
            </a:r>
          </a:p>
          <a:p>
            <a:r>
              <a:rPr lang="en-US" dirty="0"/>
              <a:t>print(s) # Output: My name is Alice and I am 22 years old.</a:t>
            </a:r>
          </a:p>
        </p:txBody>
      </p:sp>
    </p:spTree>
    <p:extLst>
      <p:ext uri="{BB962C8B-B14F-4D97-AF65-F5344CB8AC3E}">
        <p14:creationId xmlns:p14="http://schemas.microsoft.com/office/powerpoint/2010/main" val="277685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</TotalTime>
  <Words>597</Words>
  <Application>Microsoft Macintosh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PythonDS-08 String and Its Methods</vt:lpstr>
      <vt:lpstr>PowerPoint Presentation</vt:lpstr>
      <vt:lpstr>Common String Operations and Methods</vt:lpstr>
      <vt:lpstr>String Formatting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120</cp:revision>
  <dcterms:created xsi:type="dcterms:W3CDTF">2026-01-15T04:12:31Z</dcterms:created>
  <dcterms:modified xsi:type="dcterms:W3CDTF">2026-03-21T08:18:14Z</dcterms:modified>
</cp:coreProperties>
</file>