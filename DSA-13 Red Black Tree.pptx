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60"/>
  </p:normalViewPr>
  <p:slideViewPr>
    <p:cSldViewPr snapToGrid="0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Red-Black </a:t>
            </a:r>
            <a:r>
              <a:rPr lang="en-US" dirty="0"/>
              <a:t>Tree Data 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2195</TotalTime>
  <Words>18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Red-Black Tree Data Structure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77</cp:revision>
  <dcterms:created xsi:type="dcterms:W3CDTF">2026-01-15T04:12:31Z</dcterms:created>
  <dcterms:modified xsi:type="dcterms:W3CDTF">2026-01-21T05:23:12Z</dcterms:modified>
</cp:coreProperties>
</file>