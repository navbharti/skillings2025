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PythonDS-04 Operators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8550-BAF8-1C09-1721-9406AFDA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27BF2-B402-48DA-FA0F-DFCC69F08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39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2323</TotalTime>
  <Words>16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PythonDS-04 Operators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114</cp:revision>
  <dcterms:created xsi:type="dcterms:W3CDTF">2026-01-15T04:12:31Z</dcterms:created>
  <dcterms:modified xsi:type="dcterms:W3CDTF">2026-08-10T07:26:54Z</dcterms:modified>
</cp:coreProperties>
</file>