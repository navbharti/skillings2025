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Recurrence Relation </a:t>
            </a:r>
            <a:r>
              <a:rPr lang="en-US"/>
              <a:t>and Recursion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2189</TotalTime>
  <Words>18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Recurrence Relation and Recursion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73</cp:revision>
  <dcterms:created xsi:type="dcterms:W3CDTF">2026-01-15T04:12:31Z</dcterms:created>
  <dcterms:modified xsi:type="dcterms:W3CDTF">2026-01-21T05:18:01Z</dcterms:modified>
</cp:coreProperties>
</file>